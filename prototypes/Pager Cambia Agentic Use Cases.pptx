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  <p:sldMasterId id="2147484072" r:id="rId2"/>
  </p:sldMasterIdLst>
  <p:notesMasterIdLst>
    <p:notesMasterId r:id="rId11"/>
  </p:notesMasterIdLst>
  <p:sldIdLst>
    <p:sldId id="2147470130" r:id="rId3"/>
    <p:sldId id="2147471184" r:id="rId4"/>
    <p:sldId id="2147471197" r:id="rId5"/>
    <p:sldId id="2147471185" r:id="rId6"/>
    <p:sldId id="2147471194" r:id="rId7"/>
    <p:sldId id="2147471198" r:id="rId8"/>
    <p:sldId id="2147471187" r:id="rId9"/>
    <p:sldId id="214747119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3122F58-5F03-95AC-1AFC-DFFDE4D6CC2F}" name="Samantha Downing" initials="SD" userId="S::samantha.downing@pager.com::d46eea66-c52b-464e-bbe7-8db08d558ae3" providerId="AD"/>
  <p188:author id="{FC28B95A-72B0-7A12-94D6-9C986F45A25E}" name="Rebecca Molesworth" initials="" userId="S::Rebecca.Molesworth@pager.com::a03807c2-5bf7-45b5-8cd0-1d7ec967cac0" providerId="AD"/>
  <p188:author id="{690FD972-1BF4-06A1-53EA-54C0D5055542}" name="Michael Gordon" initials="MG" userId="S::michael.gordon@pagerhealth.com::eb3a7669-cf66-4b68-9e68-6ae1e8065bdb" providerId="AD"/>
  <p188:author id="{17D2C6D6-F005-0117-E650-17A5D70F1D32}" name="Sunny Webb" initials="SW" userId="S::sunny.webb@pager.com::0e0ce0f8-945d-4db8-a23a-773b5c7a7d95" providerId="AD"/>
  <p188:author id="{3249CBEB-FD7D-DFC9-3030-491335803E8C}" name="Rebecca Molesworth" initials="RM" userId="S::rebecca.molesworth@pager.com::a03807c2-5bf7-45b5-8cd0-1d7ec967cac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DF1B9-71B3-2144-8AE3-59021029E77E}" v="22" dt="2026-03-28T20:25:26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/>
    <p:restoredTop sz="94726"/>
  </p:normalViewPr>
  <p:slideViewPr>
    <p:cSldViewPr snapToGrid="0">
      <p:cViewPr varScale="1">
        <p:scale>
          <a:sx n="142" d="100"/>
          <a:sy n="142" d="100"/>
        </p:scale>
        <p:origin x="19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67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gue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2" y="2132671"/>
            <a:ext cx="8077352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3FB43D-1ACE-8C36-38EE-E9EE94A5FC03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04C6BB5-DBFD-EEA4-12AC-42C2BA40069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69FDE5E-3D0B-5891-D3AC-DCEB2F2FCEFC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F019944-DBBB-74D8-295F-197EDDC8DB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70546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7546591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14153221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154639241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yebrow-text-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</p:spTree>
    <p:extLst>
      <p:ext uri="{BB962C8B-B14F-4D97-AF65-F5344CB8AC3E}">
        <p14:creationId xmlns:p14="http://schemas.microsoft.com/office/powerpoint/2010/main" val="4272879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-no-title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186929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ext-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F1330-9A94-B9C9-CE20-904196481AAE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5D2902-7855-348C-5345-4709C8CB247D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E1C74D8-6F0F-DDA3-FA36-B1B256E8CF83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DB28115E-2473-B6FE-728B-AB889A6B4C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588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2190BF-868B-A997-3A31-8A91310F03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8455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4AA7A6A-7317-3AC8-232E-54FF0B7D9D2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79213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FE0265-CEA1-45F9-73DE-541DDC7EF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D10C46-B69F-D0A0-CB5C-0596F5120D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B75C8E2-0B58-2F38-AA31-074D253516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17144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A4972A1-4024-D63E-5368-2E7331218B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84011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3B95330E-E38A-B6A6-BADC-845F1624E6DF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3574769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F402E0B-4A54-17AF-F4BA-D28E87D45A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12700" y="1512280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BE63087-FEF7-8B04-C53F-C0613F604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79567" y="2577231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42">
            <a:extLst>
              <a:ext uri="{FF2B5EF4-FFF2-40B4-BE49-F238E27FC236}">
                <a16:creationId xmlns:a16="http://schemas.microsoft.com/office/drawing/2014/main" id="{CDC221E1-64BF-FD78-A327-14E05347C211}"/>
              </a:ext>
            </a:extLst>
          </p:cNvPr>
          <p:cNvSpPr>
            <a:spLocks noGrp="1" noChangeAspect="1"/>
          </p:cNvSpPr>
          <p:nvPr>
            <p:ph type="body" sz="quarter" idx="44" hasCustomPrompt="1"/>
          </p:nvPr>
        </p:nvSpPr>
        <p:spPr>
          <a:xfrm>
            <a:off x="6070325" y="1742099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27870730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mpl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BB5D416-2BB4-B86F-9306-1745F23D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96" y="187691"/>
            <a:ext cx="7241879" cy="424896"/>
          </a:xfrm>
          <a:prstGeom prst="rect">
            <a:avLst/>
          </a:prstGeom>
        </p:spPr>
        <p:txBody>
          <a:bodyPr lIns="0" tIns="0" bIns="0" anchor="ctr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5697146-1D1B-8FAB-D9D5-E3D02824C1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6913"/>
            <a:ext cx="7241381" cy="248841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6999199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larg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4FDC8752-AB95-39A1-3BA5-B614AC31B0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7240" y="2672067"/>
            <a:ext cx="3465723" cy="6287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tabLst/>
              <a:defRPr lang="en-US" sz="1350" b="1" i="0" spc="0" dirty="0" smtClean="0">
                <a:solidFill>
                  <a:schemeClr val="accent2"/>
                </a:solidFill>
                <a:latin typeface="Segoe UI" panose="020B0502040204020203" pitchFamily="34" charset="0"/>
                <a:ea typeface="Frank Ruhl Libre Light" pitchFamily="2" charset="-79"/>
                <a:cs typeface="Segoe UI" panose="020B0502040204020203" pitchFamily="34" charset="0"/>
              </a:defRPr>
            </a:lvl1pPr>
          </a:lstStyle>
          <a:p>
            <a:pPr marL="0" lvl="0" indent="7144">
              <a:spcBef>
                <a:spcPct val="0"/>
              </a:spcBef>
            </a:pPr>
            <a:r>
              <a:rPr lang="en-US"/>
              <a:t>Click to edit Cover Subtitle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6002F76-845A-0016-2AFC-A65307FC0F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1824715"/>
            <a:ext cx="4179974" cy="79576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85000"/>
              </a:lnSpc>
              <a:buNone/>
              <a:defRPr sz="31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Edit Title of 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377170058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text-only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22840-276D-0C1A-466C-CE22BD5336D1}"/>
              </a:ext>
            </a:extLst>
          </p:cNvPr>
          <p:cNvSpPr/>
          <p:nvPr/>
        </p:nvSpPr>
        <p:spPr>
          <a:xfrm>
            <a:off x="1" y="4661587"/>
            <a:ext cx="4037810" cy="481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Google Shape;24;p11">
            <a:extLst>
              <a:ext uri="{FF2B5EF4-FFF2-40B4-BE49-F238E27FC236}">
                <a16:creationId xmlns:a16="http://schemas.microsoft.com/office/drawing/2014/main" id="{A1ECDAA0-194A-C337-1F4F-EDC6075BB560}"/>
              </a:ext>
            </a:extLst>
          </p:cNvPr>
          <p:cNvSpPr txBox="1"/>
          <p:nvPr/>
        </p:nvSpPr>
        <p:spPr>
          <a:xfrm>
            <a:off x="512703" y="4882896"/>
            <a:ext cx="313953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Proxima Nova"/>
              <a:buNone/>
            </a:pPr>
            <a:r>
              <a:rPr lang="en-US" sz="600" b="0" i="0" u="none" strike="noStrike">
                <a:solidFill>
                  <a:schemeClr val="accent1">
                    <a:alpha val="50000"/>
                  </a:schemeClr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 u="none" strike="noStrike" cap="none">
                <a:solidFill>
                  <a:schemeClr val="accent1">
                    <a:alpha val="5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  <a:endParaRPr sz="600" b="0" i="0" u="none" strike="noStrike" cap="none">
              <a:solidFill>
                <a:schemeClr val="accent1">
                  <a:alpha val="50000"/>
                </a:schemeClr>
              </a:solidFill>
              <a:latin typeface="Segoe UI Semilight" panose="020B0402040204020203" pitchFamily="34" charset="0"/>
              <a:ea typeface="Proxima Nova Rg"/>
              <a:cs typeface="Segoe UI Semilight" panose="020B0402040204020203" pitchFamily="34" charset="0"/>
              <a:sym typeface="Proxima Nova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845A0EE-1754-DE7B-2C11-D992B09DE617}"/>
              </a:ext>
            </a:extLst>
          </p:cNvPr>
          <p:cNvSpPr/>
          <p:nvPr/>
        </p:nvSpPr>
        <p:spPr>
          <a:xfrm>
            <a:off x="228599" y="1251836"/>
            <a:ext cx="5763719" cy="2365131"/>
          </a:xfrm>
          <a:prstGeom prst="roundRect">
            <a:avLst>
              <a:gd name="adj" fmla="val 98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DC732924-109E-49EB-B099-E12D698C0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543" y="3165291"/>
            <a:ext cx="4302137" cy="34065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tabLst/>
              <a:defRPr lang="en-US" sz="1350" b="1" i="0" spc="0" dirty="0" smtClean="0">
                <a:solidFill>
                  <a:schemeClr val="accent2"/>
                </a:solidFill>
                <a:latin typeface="Segoe UI" panose="020B0502040204020203" pitchFamily="34" charset="0"/>
                <a:ea typeface="Frank Ruhl Libre Light" pitchFamily="2" charset="-79"/>
                <a:cs typeface="Segoe UI" panose="020B0502040204020203" pitchFamily="34" charset="0"/>
              </a:defRPr>
            </a:lvl1pPr>
          </a:lstStyle>
          <a:p>
            <a:pPr marL="0" lvl="0" indent="7144">
              <a:spcBef>
                <a:spcPct val="0"/>
              </a:spcBef>
            </a:pPr>
            <a:r>
              <a:rPr lang="en-US"/>
              <a:t>Click to edit Cover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0C9C77B-B1EE-1F02-CF70-59F4629AB5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230" y="2096374"/>
            <a:ext cx="5080832" cy="102494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85000"/>
              </a:lnSpc>
              <a:buNone/>
              <a:defRPr sz="3150" b="0" i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Click to Edit Title of Presentation Topic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A84C8CB-A17B-C335-A884-3FDBB1D7C437}"/>
              </a:ext>
            </a:extLst>
          </p:cNvPr>
          <p:cNvGrpSpPr/>
          <p:nvPr/>
        </p:nvGrpSpPr>
        <p:grpSpPr>
          <a:xfrm>
            <a:off x="500839" y="1552536"/>
            <a:ext cx="1664300" cy="289368"/>
            <a:chOff x="537083" y="1412673"/>
            <a:chExt cx="2219066" cy="385824"/>
          </a:xfrm>
        </p:grpSpPr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DC5863D7-29FD-6618-9458-93E6B5AACCBF}"/>
                </a:ext>
              </a:extLst>
            </p:cNvPr>
            <p:cNvGrpSpPr/>
            <p:nvPr/>
          </p:nvGrpSpPr>
          <p:grpSpPr>
            <a:xfrm>
              <a:off x="537083" y="1412673"/>
              <a:ext cx="2137836" cy="385824"/>
              <a:chOff x="-2302009" y="1412673"/>
              <a:chExt cx="2137836" cy="385824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B5E07B6-7F95-EA59-450A-79F4D0FA1D06}"/>
                  </a:ext>
                </a:extLst>
              </p:cNvPr>
              <p:cNvSpPr/>
              <p:nvPr/>
            </p:nvSpPr>
            <p:spPr>
              <a:xfrm>
                <a:off x="-288199" y="1433486"/>
                <a:ext cx="124026" cy="218425"/>
              </a:xfrm>
              <a:custGeom>
                <a:avLst/>
                <a:gdLst>
                  <a:gd name="connsiteX0" fmla="*/ 124027 w 124026"/>
                  <a:gd name="connsiteY0" fmla="*/ 218425 h 218425"/>
                  <a:gd name="connsiteX1" fmla="*/ 106982 w 124026"/>
                  <a:gd name="connsiteY1" fmla="*/ 218425 h 218425"/>
                  <a:gd name="connsiteX2" fmla="*/ 106982 w 124026"/>
                  <a:gd name="connsiteY2" fmla="*/ 110779 h 218425"/>
                  <a:gd name="connsiteX3" fmla="*/ 68630 w 124026"/>
                  <a:gd name="connsiteY3" fmla="*/ 71839 h 218425"/>
                  <a:gd name="connsiteX4" fmla="*/ 17045 w 124026"/>
                  <a:gd name="connsiteY4" fmla="*/ 98918 h 218425"/>
                  <a:gd name="connsiteX5" fmla="*/ 17045 w 124026"/>
                  <a:gd name="connsiteY5" fmla="*/ 218425 h 218425"/>
                  <a:gd name="connsiteX6" fmla="*/ 0 w 124026"/>
                  <a:gd name="connsiteY6" fmla="*/ 218425 h 218425"/>
                  <a:gd name="connsiteX7" fmla="*/ 0 w 124026"/>
                  <a:gd name="connsiteY7" fmla="*/ 0 h 218425"/>
                  <a:gd name="connsiteX8" fmla="*/ 17045 w 124026"/>
                  <a:gd name="connsiteY8" fmla="*/ 0 h 218425"/>
                  <a:gd name="connsiteX9" fmla="*/ 17045 w 124026"/>
                  <a:gd name="connsiteY9" fmla="*/ 84147 h 218425"/>
                  <a:gd name="connsiteX10" fmla="*/ 74237 w 124026"/>
                  <a:gd name="connsiteY10" fmla="*/ 56397 h 218425"/>
                  <a:gd name="connsiteX11" fmla="*/ 124027 w 124026"/>
                  <a:gd name="connsiteY11" fmla="*/ 107198 h 218425"/>
                  <a:gd name="connsiteX12" fmla="*/ 124027 w 124026"/>
                  <a:gd name="connsiteY12" fmla="*/ 218425 h 218425"/>
                  <a:gd name="connsiteX13" fmla="*/ 124027 w 124026"/>
                  <a:gd name="connsiteY13" fmla="*/ 218425 h 2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4026" h="218425">
                    <a:moveTo>
                      <a:pt x="124027" y="218425"/>
                    </a:moveTo>
                    <a:lnTo>
                      <a:pt x="106982" y="218425"/>
                    </a:lnTo>
                    <a:lnTo>
                      <a:pt x="106982" y="110779"/>
                    </a:lnTo>
                    <a:cubicBezTo>
                      <a:pt x="106982" y="80343"/>
                      <a:pt x="91506" y="71839"/>
                      <a:pt x="68630" y="71839"/>
                    </a:cubicBezTo>
                    <a:cubicBezTo>
                      <a:pt x="45753" y="71839"/>
                      <a:pt x="27362" y="84595"/>
                      <a:pt x="17045" y="98918"/>
                    </a:cubicBezTo>
                    <a:lnTo>
                      <a:pt x="17045" y="218425"/>
                    </a:lnTo>
                    <a:lnTo>
                      <a:pt x="0" y="218425"/>
                    </a:lnTo>
                    <a:lnTo>
                      <a:pt x="0" y="0"/>
                    </a:lnTo>
                    <a:lnTo>
                      <a:pt x="17045" y="0"/>
                    </a:lnTo>
                    <a:lnTo>
                      <a:pt x="17045" y="84147"/>
                    </a:lnTo>
                    <a:cubicBezTo>
                      <a:pt x="28484" y="70496"/>
                      <a:pt x="51136" y="56397"/>
                      <a:pt x="74237" y="56397"/>
                    </a:cubicBezTo>
                    <a:cubicBezTo>
                      <a:pt x="97338" y="56397"/>
                      <a:pt x="124027" y="71391"/>
                      <a:pt x="124027" y="107198"/>
                    </a:cubicBezTo>
                    <a:lnTo>
                      <a:pt x="124027" y="218425"/>
                    </a:lnTo>
                    <a:lnTo>
                      <a:pt x="124027" y="218425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D57563A-06CF-6072-8543-D21C9FB13AC9}"/>
                  </a:ext>
                </a:extLst>
              </p:cNvPr>
              <p:cNvSpPr/>
              <p:nvPr/>
            </p:nvSpPr>
            <p:spPr>
              <a:xfrm>
                <a:off x="-401461" y="1450495"/>
                <a:ext cx="84329" cy="205221"/>
              </a:xfrm>
              <a:custGeom>
                <a:avLst/>
                <a:gdLst>
                  <a:gd name="connsiteX0" fmla="*/ 57416 w 84329"/>
                  <a:gd name="connsiteY0" fmla="*/ 205221 h 205221"/>
                  <a:gd name="connsiteX1" fmla="*/ 26241 w 84329"/>
                  <a:gd name="connsiteY1" fmla="*/ 170757 h 205221"/>
                  <a:gd name="connsiteX2" fmla="*/ 26241 w 84329"/>
                  <a:gd name="connsiteY2" fmla="*/ 58187 h 205221"/>
                  <a:gd name="connsiteX3" fmla="*/ 0 w 84329"/>
                  <a:gd name="connsiteY3" fmla="*/ 58187 h 205221"/>
                  <a:gd name="connsiteX4" fmla="*/ 0 w 84329"/>
                  <a:gd name="connsiteY4" fmla="*/ 43193 h 205221"/>
                  <a:gd name="connsiteX5" fmla="*/ 26241 w 84329"/>
                  <a:gd name="connsiteY5" fmla="*/ 43193 h 205221"/>
                  <a:gd name="connsiteX6" fmla="*/ 26241 w 84329"/>
                  <a:gd name="connsiteY6" fmla="*/ 0 h 205221"/>
                  <a:gd name="connsiteX7" fmla="*/ 43735 w 84329"/>
                  <a:gd name="connsiteY7" fmla="*/ 0 h 205221"/>
                  <a:gd name="connsiteX8" fmla="*/ 43735 w 84329"/>
                  <a:gd name="connsiteY8" fmla="*/ 43193 h 205221"/>
                  <a:gd name="connsiteX9" fmla="*/ 75807 w 84329"/>
                  <a:gd name="connsiteY9" fmla="*/ 43193 h 205221"/>
                  <a:gd name="connsiteX10" fmla="*/ 75807 w 84329"/>
                  <a:gd name="connsiteY10" fmla="*/ 58187 h 205221"/>
                  <a:gd name="connsiteX11" fmla="*/ 43735 w 84329"/>
                  <a:gd name="connsiteY11" fmla="*/ 58187 h 205221"/>
                  <a:gd name="connsiteX12" fmla="*/ 43735 w 84329"/>
                  <a:gd name="connsiteY12" fmla="*/ 168071 h 205221"/>
                  <a:gd name="connsiteX13" fmla="*/ 60107 w 84329"/>
                  <a:gd name="connsiteY13" fmla="*/ 189779 h 205221"/>
                  <a:gd name="connsiteX14" fmla="*/ 77825 w 84329"/>
                  <a:gd name="connsiteY14" fmla="*/ 182170 h 205221"/>
                  <a:gd name="connsiteX15" fmla="*/ 84329 w 84329"/>
                  <a:gd name="connsiteY15" fmla="*/ 195150 h 205221"/>
                  <a:gd name="connsiteX16" fmla="*/ 57416 w 84329"/>
                  <a:gd name="connsiteY16" fmla="*/ 204997 h 205221"/>
                  <a:gd name="connsiteX17" fmla="*/ 57416 w 84329"/>
                  <a:gd name="connsiteY17" fmla="*/ 204997 h 20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4329" h="205221">
                    <a:moveTo>
                      <a:pt x="57416" y="205221"/>
                    </a:moveTo>
                    <a:cubicBezTo>
                      <a:pt x="36333" y="205221"/>
                      <a:pt x="26241" y="192465"/>
                      <a:pt x="26241" y="170757"/>
                    </a:cubicBezTo>
                    <a:lnTo>
                      <a:pt x="26241" y="58187"/>
                    </a:lnTo>
                    <a:lnTo>
                      <a:pt x="0" y="58187"/>
                    </a:lnTo>
                    <a:lnTo>
                      <a:pt x="0" y="43193"/>
                    </a:lnTo>
                    <a:lnTo>
                      <a:pt x="26241" y="43193"/>
                    </a:lnTo>
                    <a:lnTo>
                      <a:pt x="26241" y="0"/>
                    </a:lnTo>
                    <a:lnTo>
                      <a:pt x="43735" y="0"/>
                    </a:lnTo>
                    <a:lnTo>
                      <a:pt x="43735" y="43193"/>
                    </a:lnTo>
                    <a:lnTo>
                      <a:pt x="75807" y="43193"/>
                    </a:lnTo>
                    <a:lnTo>
                      <a:pt x="75807" y="58187"/>
                    </a:lnTo>
                    <a:lnTo>
                      <a:pt x="43735" y="58187"/>
                    </a:lnTo>
                    <a:lnTo>
                      <a:pt x="43735" y="168071"/>
                    </a:lnTo>
                    <a:cubicBezTo>
                      <a:pt x="43735" y="180827"/>
                      <a:pt x="48893" y="189779"/>
                      <a:pt x="60107" y="189779"/>
                    </a:cubicBezTo>
                    <a:cubicBezTo>
                      <a:pt x="71321" y="189779"/>
                      <a:pt x="74237" y="186198"/>
                      <a:pt x="77825" y="182170"/>
                    </a:cubicBezTo>
                    <a:lnTo>
                      <a:pt x="84329" y="195150"/>
                    </a:lnTo>
                    <a:cubicBezTo>
                      <a:pt x="78049" y="200969"/>
                      <a:pt x="70648" y="204997"/>
                      <a:pt x="57416" y="204997"/>
                    </a:cubicBezTo>
                    <a:lnTo>
                      <a:pt x="57416" y="204997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F2C0DF57-705B-EDFC-B576-59BD8B213AA4}"/>
                  </a:ext>
                </a:extLst>
              </p:cNvPr>
              <p:cNvSpPr/>
              <p:nvPr/>
            </p:nvSpPr>
            <p:spPr>
              <a:xfrm>
                <a:off x="-448784" y="1433486"/>
                <a:ext cx="17045" cy="218425"/>
              </a:xfrm>
              <a:custGeom>
                <a:avLst/>
                <a:gdLst>
                  <a:gd name="connsiteX0" fmla="*/ 0 w 17045"/>
                  <a:gd name="connsiteY0" fmla="*/ 0 h 218425"/>
                  <a:gd name="connsiteX1" fmla="*/ 17045 w 17045"/>
                  <a:gd name="connsiteY1" fmla="*/ 0 h 218425"/>
                  <a:gd name="connsiteX2" fmla="*/ 17045 w 17045"/>
                  <a:gd name="connsiteY2" fmla="*/ 218425 h 218425"/>
                  <a:gd name="connsiteX3" fmla="*/ 0 w 17045"/>
                  <a:gd name="connsiteY3" fmla="*/ 218425 h 2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5" h="218425">
                    <a:moveTo>
                      <a:pt x="0" y="0"/>
                    </a:moveTo>
                    <a:lnTo>
                      <a:pt x="17045" y="0"/>
                    </a:lnTo>
                    <a:lnTo>
                      <a:pt x="17045" y="218425"/>
                    </a:lnTo>
                    <a:lnTo>
                      <a:pt x="0" y="218425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0579587-339A-E079-E2ED-83460D03D085}"/>
                  </a:ext>
                </a:extLst>
              </p:cNvPr>
              <p:cNvSpPr/>
              <p:nvPr/>
            </p:nvSpPr>
            <p:spPr>
              <a:xfrm>
                <a:off x="-628208" y="1490330"/>
                <a:ext cx="126269" cy="165609"/>
              </a:xfrm>
              <a:custGeom>
                <a:avLst/>
                <a:gdLst>
                  <a:gd name="connsiteX0" fmla="*/ 61228 w 126269"/>
                  <a:gd name="connsiteY0" fmla="*/ 151958 h 165609"/>
                  <a:gd name="connsiteX1" fmla="*/ 109224 w 126269"/>
                  <a:gd name="connsiteY1" fmla="*/ 130249 h 165609"/>
                  <a:gd name="connsiteX2" fmla="*/ 109224 w 126269"/>
                  <a:gd name="connsiteY2" fmla="*/ 95561 h 165609"/>
                  <a:gd name="connsiteX3" fmla="*/ 61228 w 126269"/>
                  <a:gd name="connsiteY3" fmla="*/ 73629 h 165609"/>
                  <a:gd name="connsiteX4" fmla="*/ 17942 w 126269"/>
                  <a:gd name="connsiteY4" fmla="*/ 113017 h 165609"/>
                  <a:gd name="connsiteX5" fmla="*/ 61228 w 126269"/>
                  <a:gd name="connsiteY5" fmla="*/ 151958 h 165609"/>
                  <a:gd name="connsiteX6" fmla="*/ 126270 w 126269"/>
                  <a:gd name="connsiteY6" fmla="*/ 161581 h 165609"/>
                  <a:gd name="connsiteX7" fmla="*/ 109224 w 126269"/>
                  <a:gd name="connsiteY7" fmla="*/ 161581 h 165609"/>
                  <a:gd name="connsiteX8" fmla="*/ 109224 w 126269"/>
                  <a:gd name="connsiteY8" fmla="*/ 143006 h 165609"/>
                  <a:gd name="connsiteX9" fmla="*/ 55397 w 126269"/>
                  <a:gd name="connsiteY9" fmla="*/ 165609 h 165609"/>
                  <a:gd name="connsiteX10" fmla="*/ 0 w 126269"/>
                  <a:gd name="connsiteY10" fmla="*/ 113017 h 165609"/>
                  <a:gd name="connsiteX11" fmla="*/ 55397 w 126269"/>
                  <a:gd name="connsiteY11" fmla="*/ 60649 h 165609"/>
                  <a:gd name="connsiteX12" fmla="*/ 109224 w 126269"/>
                  <a:gd name="connsiteY12" fmla="*/ 83252 h 165609"/>
                  <a:gd name="connsiteX13" fmla="*/ 109224 w 126269"/>
                  <a:gd name="connsiteY13" fmla="*/ 51249 h 165609"/>
                  <a:gd name="connsiteX14" fmla="*/ 66835 w 126269"/>
                  <a:gd name="connsiteY14" fmla="*/ 14994 h 165609"/>
                  <a:gd name="connsiteX15" fmla="*/ 17045 w 126269"/>
                  <a:gd name="connsiteY15" fmla="*/ 38269 h 165609"/>
                  <a:gd name="connsiteX16" fmla="*/ 7625 w 126269"/>
                  <a:gd name="connsiteY16" fmla="*/ 26408 h 165609"/>
                  <a:gd name="connsiteX17" fmla="*/ 68630 w 126269"/>
                  <a:gd name="connsiteY17" fmla="*/ 0 h 165609"/>
                  <a:gd name="connsiteX18" fmla="*/ 126270 w 126269"/>
                  <a:gd name="connsiteY18" fmla="*/ 50802 h 165609"/>
                  <a:gd name="connsiteX19" fmla="*/ 126270 w 126269"/>
                  <a:gd name="connsiteY19" fmla="*/ 162028 h 165609"/>
                  <a:gd name="connsiteX20" fmla="*/ 126270 w 126269"/>
                  <a:gd name="connsiteY20" fmla="*/ 161581 h 165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6269" h="165609">
                    <a:moveTo>
                      <a:pt x="61228" y="151958"/>
                    </a:moveTo>
                    <a:cubicBezTo>
                      <a:pt x="80292" y="151958"/>
                      <a:pt x="98010" y="144796"/>
                      <a:pt x="109224" y="130249"/>
                    </a:cubicBezTo>
                    <a:lnTo>
                      <a:pt x="109224" y="95561"/>
                    </a:lnTo>
                    <a:cubicBezTo>
                      <a:pt x="98010" y="80790"/>
                      <a:pt x="80292" y="73629"/>
                      <a:pt x="61228" y="73629"/>
                    </a:cubicBezTo>
                    <a:cubicBezTo>
                      <a:pt x="42165" y="73629"/>
                      <a:pt x="17942" y="90414"/>
                      <a:pt x="17942" y="113017"/>
                    </a:cubicBezTo>
                    <a:cubicBezTo>
                      <a:pt x="17942" y="135621"/>
                      <a:pt x="35436" y="151958"/>
                      <a:pt x="61228" y="151958"/>
                    </a:cubicBezTo>
                    <a:close/>
                    <a:moveTo>
                      <a:pt x="126270" y="161581"/>
                    </a:moveTo>
                    <a:lnTo>
                      <a:pt x="109224" y="161581"/>
                    </a:lnTo>
                    <a:lnTo>
                      <a:pt x="109224" y="143006"/>
                    </a:lnTo>
                    <a:cubicBezTo>
                      <a:pt x="95095" y="158448"/>
                      <a:pt x="77377" y="165609"/>
                      <a:pt x="55397" y="165609"/>
                    </a:cubicBezTo>
                    <a:cubicBezTo>
                      <a:pt x="33418" y="165609"/>
                      <a:pt x="0" y="147034"/>
                      <a:pt x="0" y="113017"/>
                    </a:cubicBezTo>
                    <a:cubicBezTo>
                      <a:pt x="0" y="79000"/>
                      <a:pt x="27811" y="60649"/>
                      <a:pt x="55397" y="60649"/>
                    </a:cubicBezTo>
                    <a:cubicBezTo>
                      <a:pt x="82984" y="60649"/>
                      <a:pt x="95319" y="67810"/>
                      <a:pt x="109224" y="83252"/>
                    </a:cubicBezTo>
                    <a:lnTo>
                      <a:pt x="109224" y="51249"/>
                    </a:lnTo>
                    <a:cubicBezTo>
                      <a:pt x="109224" y="27751"/>
                      <a:pt x="90160" y="14994"/>
                      <a:pt x="66835" y="14994"/>
                    </a:cubicBezTo>
                    <a:cubicBezTo>
                      <a:pt x="43510" y="14994"/>
                      <a:pt x="31399" y="21932"/>
                      <a:pt x="17045" y="38269"/>
                    </a:cubicBezTo>
                    <a:lnTo>
                      <a:pt x="7625" y="26408"/>
                    </a:lnTo>
                    <a:cubicBezTo>
                      <a:pt x="23998" y="8728"/>
                      <a:pt x="42389" y="0"/>
                      <a:pt x="68630" y="0"/>
                    </a:cubicBezTo>
                    <a:cubicBezTo>
                      <a:pt x="94870" y="0"/>
                      <a:pt x="126270" y="15442"/>
                      <a:pt x="126270" y="50802"/>
                    </a:cubicBezTo>
                    <a:lnTo>
                      <a:pt x="126270" y="162028"/>
                    </a:lnTo>
                    <a:lnTo>
                      <a:pt x="126270" y="161581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B38D1CEC-29C4-826B-69AC-AFF379210FA4}"/>
                  </a:ext>
                </a:extLst>
              </p:cNvPr>
              <p:cNvSpPr/>
              <p:nvPr/>
            </p:nvSpPr>
            <p:spPr>
              <a:xfrm>
                <a:off x="-814809" y="1489659"/>
                <a:ext cx="150716" cy="166056"/>
              </a:xfrm>
              <a:custGeom>
                <a:avLst/>
                <a:gdLst>
                  <a:gd name="connsiteX0" fmla="*/ 133447 w 150716"/>
                  <a:gd name="connsiteY0" fmla="*/ 74972 h 166056"/>
                  <a:gd name="connsiteX1" fmla="*/ 75807 w 150716"/>
                  <a:gd name="connsiteY1" fmla="*/ 14771 h 166056"/>
                  <a:gd name="connsiteX2" fmla="*/ 18391 w 150716"/>
                  <a:gd name="connsiteY2" fmla="*/ 74972 h 166056"/>
                  <a:gd name="connsiteX3" fmla="*/ 133447 w 150716"/>
                  <a:gd name="connsiteY3" fmla="*/ 74972 h 166056"/>
                  <a:gd name="connsiteX4" fmla="*/ 79171 w 150716"/>
                  <a:gd name="connsiteY4" fmla="*/ 166057 h 166056"/>
                  <a:gd name="connsiteX5" fmla="*/ 0 w 150716"/>
                  <a:gd name="connsiteY5" fmla="*/ 82805 h 166056"/>
                  <a:gd name="connsiteX6" fmla="*/ 76031 w 150716"/>
                  <a:gd name="connsiteY6" fmla="*/ 0 h 166056"/>
                  <a:gd name="connsiteX7" fmla="*/ 150716 w 150716"/>
                  <a:gd name="connsiteY7" fmla="*/ 83700 h 166056"/>
                  <a:gd name="connsiteX8" fmla="*/ 150716 w 150716"/>
                  <a:gd name="connsiteY8" fmla="*/ 88176 h 166056"/>
                  <a:gd name="connsiteX9" fmla="*/ 18167 w 150716"/>
                  <a:gd name="connsiteY9" fmla="*/ 88176 h 166056"/>
                  <a:gd name="connsiteX10" fmla="*/ 80068 w 150716"/>
                  <a:gd name="connsiteY10" fmla="*/ 151062 h 166056"/>
                  <a:gd name="connsiteX11" fmla="*/ 131877 w 150716"/>
                  <a:gd name="connsiteY11" fmla="*/ 129130 h 166056"/>
                  <a:gd name="connsiteX12" fmla="*/ 140624 w 150716"/>
                  <a:gd name="connsiteY12" fmla="*/ 140320 h 166056"/>
                  <a:gd name="connsiteX13" fmla="*/ 78722 w 150716"/>
                  <a:gd name="connsiteY13" fmla="*/ 165833 h 166056"/>
                  <a:gd name="connsiteX14" fmla="*/ 79171 w 150716"/>
                  <a:gd name="connsiteY14" fmla="*/ 165833 h 166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0716" h="166056">
                    <a:moveTo>
                      <a:pt x="133447" y="74972"/>
                    </a:moveTo>
                    <a:cubicBezTo>
                      <a:pt x="133447" y="48116"/>
                      <a:pt x="115504" y="14771"/>
                      <a:pt x="75807" y="14771"/>
                    </a:cubicBezTo>
                    <a:cubicBezTo>
                      <a:pt x="36109" y="14771"/>
                      <a:pt x="19737" y="47445"/>
                      <a:pt x="18391" y="74972"/>
                    </a:cubicBezTo>
                    <a:lnTo>
                      <a:pt x="133447" y="74972"/>
                    </a:lnTo>
                    <a:close/>
                    <a:moveTo>
                      <a:pt x="79171" y="166057"/>
                    </a:moveTo>
                    <a:cubicBezTo>
                      <a:pt x="32969" y="166057"/>
                      <a:pt x="0" y="131592"/>
                      <a:pt x="0" y="82805"/>
                    </a:cubicBezTo>
                    <a:cubicBezTo>
                      <a:pt x="0" y="34017"/>
                      <a:pt x="32072" y="0"/>
                      <a:pt x="76031" y="0"/>
                    </a:cubicBezTo>
                    <a:cubicBezTo>
                      <a:pt x="119990" y="0"/>
                      <a:pt x="150716" y="38045"/>
                      <a:pt x="150716" y="83700"/>
                    </a:cubicBezTo>
                    <a:lnTo>
                      <a:pt x="150716" y="88176"/>
                    </a:lnTo>
                    <a:lnTo>
                      <a:pt x="18167" y="88176"/>
                    </a:lnTo>
                    <a:cubicBezTo>
                      <a:pt x="19737" y="122640"/>
                      <a:pt x="42837" y="151062"/>
                      <a:pt x="80068" y="151062"/>
                    </a:cubicBezTo>
                    <a:cubicBezTo>
                      <a:pt x="117298" y="151062"/>
                      <a:pt x="118420" y="143453"/>
                      <a:pt x="131877" y="129130"/>
                    </a:cubicBezTo>
                    <a:lnTo>
                      <a:pt x="140624" y="140320"/>
                    </a:lnTo>
                    <a:cubicBezTo>
                      <a:pt x="124924" y="156657"/>
                      <a:pt x="104963" y="165833"/>
                      <a:pt x="78722" y="165833"/>
                    </a:cubicBezTo>
                    <a:lnTo>
                      <a:pt x="79171" y="165833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35CE65D5-5246-AB4F-D6FB-11A4F186DEAF}"/>
                  </a:ext>
                </a:extLst>
              </p:cNvPr>
              <p:cNvSpPr/>
              <p:nvPr/>
            </p:nvSpPr>
            <p:spPr>
              <a:xfrm>
                <a:off x="-983019" y="1433486"/>
                <a:ext cx="124026" cy="218425"/>
              </a:xfrm>
              <a:custGeom>
                <a:avLst/>
                <a:gdLst>
                  <a:gd name="connsiteX0" fmla="*/ 124027 w 124026"/>
                  <a:gd name="connsiteY0" fmla="*/ 218425 h 218425"/>
                  <a:gd name="connsiteX1" fmla="*/ 106982 w 124026"/>
                  <a:gd name="connsiteY1" fmla="*/ 218425 h 218425"/>
                  <a:gd name="connsiteX2" fmla="*/ 106982 w 124026"/>
                  <a:gd name="connsiteY2" fmla="*/ 110779 h 218425"/>
                  <a:gd name="connsiteX3" fmla="*/ 68630 w 124026"/>
                  <a:gd name="connsiteY3" fmla="*/ 71839 h 218425"/>
                  <a:gd name="connsiteX4" fmla="*/ 17045 w 124026"/>
                  <a:gd name="connsiteY4" fmla="*/ 98918 h 218425"/>
                  <a:gd name="connsiteX5" fmla="*/ 17045 w 124026"/>
                  <a:gd name="connsiteY5" fmla="*/ 218425 h 218425"/>
                  <a:gd name="connsiteX6" fmla="*/ 0 w 124026"/>
                  <a:gd name="connsiteY6" fmla="*/ 218425 h 218425"/>
                  <a:gd name="connsiteX7" fmla="*/ 0 w 124026"/>
                  <a:gd name="connsiteY7" fmla="*/ 0 h 218425"/>
                  <a:gd name="connsiteX8" fmla="*/ 17045 w 124026"/>
                  <a:gd name="connsiteY8" fmla="*/ 0 h 218425"/>
                  <a:gd name="connsiteX9" fmla="*/ 17045 w 124026"/>
                  <a:gd name="connsiteY9" fmla="*/ 84147 h 218425"/>
                  <a:gd name="connsiteX10" fmla="*/ 74237 w 124026"/>
                  <a:gd name="connsiteY10" fmla="*/ 56397 h 218425"/>
                  <a:gd name="connsiteX11" fmla="*/ 124027 w 124026"/>
                  <a:gd name="connsiteY11" fmla="*/ 107198 h 218425"/>
                  <a:gd name="connsiteX12" fmla="*/ 124027 w 124026"/>
                  <a:gd name="connsiteY12" fmla="*/ 218425 h 218425"/>
                  <a:gd name="connsiteX13" fmla="*/ 124027 w 124026"/>
                  <a:gd name="connsiteY13" fmla="*/ 218425 h 2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4026" h="218425">
                    <a:moveTo>
                      <a:pt x="124027" y="218425"/>
                    </a:moveTo>
                    <a:lnTo>
                      <a:pt x="106982" y="218425"/>
                    </a:lnTo>
                    <a:lnTo>
                      <a:pt x="106982" y="110779"/>
                    </a:lnTo>
                    <a:cubicBezTo>
                      <a:pt x="106982" y="80343"/>
                      <a:pt x="91506" y="71839"/>
                      <a:pt x="68630" y="71839"/>
                    </a:cubicBezTo>
                    <a:cubicBezTo>
                      <a:pt x="45753" y="71839"/>
                      <a:pt x="27362" y="84595"/>
                      <a:pt x="17045" y="98918"/>
                    </a:cubicBezTo>
                    <a:lnTo>
                      <a:pt x="17045" y="218425"/>
                    </a:lnTo>
                    <a:lnTo>
                      <a:pt x="0" y="218425"/>
                    </a:lnTo>
                    <a:lnTo>
                      <a:pt x="0" y="0"/>
                    </a:lnTo>
                    <a:lnTo>
                      <a:pt x="17045" y="0"/>
                    </a:lnTo>
                    <a:lnTo>
                      <a:pt x="17045" y="84147"/>
                    </a:lnTo>
                    <a:cubicBezTo>
                      <a:pt x="28484" y="70496"/>
                      <a:pt x="51136" y="56397"/>
                      <a:pt x="74237" y="56397"/>
                    </a:cubicBezTo>
                    <a:cubicBezTo>
                      <a:pt x="97337" y="56397"/>
                      <a:pt x="124027" y="71391"/>
                      <a:pt x="124027" y="107198"/>
                    </a:cubicBezTo>
                    <a:lnTo>
                      <a:pt x="124027" y="218425"/>
                    </a:lnTo>
                    <a:lnTo>
                      <a:pt x="124027" y="218425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99477CE-51A1-9718-36E8-BFCE5D7EB2B0}"/>
                  </a:ext>
                </a:extLst>
              </p:cNvPr>
              <p:cNvSpPr/>
              <p:nvPr/>
            </p:nvSpPr>
            <p:spPr>
              <a:xfrm>
                <a:off x="-1128576" y="1489659"/>
                <a:ext cx="86123" cy="162252"/>
              </a:xfrm>
              <a:custGeom>
                <a:avLst/>
                <a:gdLst>
                  <a:gd name="connsiteX0" fmla="*/ 34539 w 86123"/>
                  <a:gd name="connsiteY0" fmla="*/ 162252 h 162252"/>
                  <a:gd name="connsiteX1" fmla="*/ 0 w 86123"/>
                  <a:gd name="connsiteY1" fmla="*/ 162252 h 162252"/>
                  <a:gd name="connsiteX2" fmla="*/ 0 w 86123"/>
                  <a:gd name="connsiteY2" fmla="*/ 4028 h 162252"/>
                  <a:gd name="connsiteX3" fmla="*/ 34539 w 86123"/>
                  <a:gd name="connsiteY3" fmla="*/ 4028 h 162252"/>
                  <a:gd name="connsiteX4" fmla="*/ 34539 w 86123"/>
                  <a:gd name="connsiteY4" fmla="*/ 26856 h 162252"/>
                  <a:gd name="connsiteX5" fmla="*/ 86124 w 86123"/>
                  <a:gd name="connsiteY5" fmla="*/ 0 h 162252"/>
                  <a:gd name="connsiteX6" fmla="*/ 86124 w 86123"/>
                  <a:gd name="connsiteY6" fmla="*/ 34017 h 162252"/>
                  <a:gd name="connsiteX7" fmla="*/ 75582 w 86123"/>
                  <a:gd name="connsiteY7" fmla="*/ 33122 h 162252"/>
                  <a:gd name="connsiteX8" fmla="*/ 34539 w 86123"/>
                  <a:gd name="connsiteY8" fmla="*/ 54382 h 162252"/>
                  <a:gd name="connsiteX9" fmla="*/ 34539 w 86123"/>
                  <a:gd name="connsiteY9" fmla="*/ 162029 h 162252"/>
                  <a:gd name="connsiteX10" fmla="*/ 34539 w 86123"/>
                  <a:gd name="connsiteY10" fmla="*/ 162029 h 162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123" h="162252">
                    <a:moveTo>
                      <a:pt x="34539" y="162252"/>
                    </a:moveTo>
                    <a:lnTo>
                      <a:pt x="0" y="162252"/>
                    </a:lnTo>
                    <a:lnTo>
                      <a:pt x="0" y="4028"/>
                    </a:lnTo>
                    <a:lnTo>
                      <a:pt x="34539" y="4028"/>
                    </a:lnTo>
                    <a:lnTo>
                      <a:pt x="34539" y="26856"/>
                    </a:lnTo>
                    <a:cubicBezTo>
                      <a:pt x="46650" y="11861"/>
                      <a:pt x="65714" y="0"/>
                      <a:pt x="86124" y="0"/>
                    </a:cubicBezTo>
                    <a:lnTo>
                      <a:pt x="86124" y="34017"/>
                    </a:lnTo>
                    <a:cubicBezTo>
                      <a:pt x="83208" y="33346"/>
                      <a:pt x="79844" y="33122"/>
                      <a:pt x="75582" y="33122"/>
                    </a:cubicBezTo>
                    <a:cubicBezTo>
                      <a:pt x="60780" y="33122"/>
                      <a:pt x="41492" y="42969"/>
                      <a:pt x="34539" y="54382"/>
                    </a:cubicBezTo>
                    <a:lnTo>
                      <a:pt x="34539" y="162029"/>
                    </a:lnTo>
                    <a:lnTo>
                      <a:pt x="34539" y="162029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F1A68A67-F8FC-B50B-6F1B-C70EAD66E609}"/>
                  </a:ext>
                </a:extLst>
              </p:cNvPr>
              <p:cNvSpPr/>
              <p:nvPr/>
            </p:nvSpPr>
            <p:spPr>
              <a:xfrm>
                <a:off x="-1320560" y="1489659"/>
                <a:ext cx="158117" cy="166056"/>
              </a:xfrm>
              <a:custGeom>
                <a:avLst/>
                <a:gdLst>
                  <a:gd name="connsiteX0" fmla="*/ 124924 w 158117"/>
                  <a:gd name="connsiteY0" fmla="*/ 69824 h 166056"/>
                  <a:gd name="connsiteX1" fmla="*/ 80068 w 158117"/>
                  <a:gd name="connsiteY1" fmla="*/ 28198 h 166056"/>
                  <a:gd name="connsiteX2" fmla="*/ 35885 w 158117"/>
                  <a:gd name="connsiteY2" fmla="*/ 69824 h 166056"/>
                  <a:gd name="connsiteX3" fmla="*/ 125148 w 158117"/>
                  <a:gd name="connsiteY3" fmla="*/ 69824 h 166056"/>
                  <a:gd name="connsiteX4" fmla="*/ 125148 w 158117"/>
                  <a:gd name="connsiteY4" fmla="*/ 69824 h 166056"/>
                  <a:gd name="connsiteX5" fmla="*/ 82984 w 158117"/>
                  <a:gd name="connsiteY5" fmla="*/ 166057 h 166056"/>
                  <a:gd name="connsiteX6" fmla="*/ 0 w 158117"/>
                  <a:gd name="connsiteY6" fmla="*/ 82805 h 166056"/>
                  <a:gd name="connsiteX7" fmla="*/ 80292 w 158117"/>
                  <a:gd name="connsiteY7" fmla="*/ 0 h 166056"/>
                  <a:gd name="connsiteX8" fmla="*/ 158117 w 158117"/>
                  <a:gd name="connsiteY8" fmla="*/ 85714 h 166056"/>
                  <a:gd name="connsiteX9" fmla="*/ 158117 w 158117"/>
                  <a:gd name="connsiteY9" fmla="*/ 94218 h 166056"/>
                  <a:gd name="connsiteX10" fmla="*/ 36109 w 158117"/>
                  <a:gd name="connsiteY10" fmla="*/ 94218 h 166056"/>
                  <a:gd name="connsiteX11" fmla="*/ 86348 w 158117"/>
                  <a:gd name="connsiteY11" fmla="*/ 137859 h 166056"/>
                  <a:gd name="connsiteX12" fmla="*/ 131652 w 158117"/>
                  <a:gd name="connsiteY12" fmla="*/ 120179 h 166056"/>
                  <a:gd name="connsiteX13" fmla="*/ 147352 w 158117"/>
                  <a:gd name="connsiteY13" fmla="*/ 142782 h 166056"/>
                  <a:gd name="connsiteX14" fmla="*/ 82984 w 158117"/>
                  <a:gd name="connsiteY14" fmla="*/ 166057 h 166056"/>
                  <a:gd name="connsiteX15" fmla="*/ 82984 w 158117"/>
                  <a:gd name="connsiteY15" fmla="*/ 166057 h 166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117" h="166056">
                    <a:moveTo>
                      <a:pt x="124924" y="69824"/>
                    </a:moveTo>
                    <a:cubicBezTo>
                      <a:pt x="124027" y="51249"/>
                      <a:pt x="111243" y="28198"/>
                      <a:pt x="80068" y="28198"/>
                    </a:cubicBezTo>
                    <a:cubicBezTo>
                      <a:pt x="48893" y="28198"/>
                      <a:pt x="37006" y="50802"/>
                      <a:pt x="35885" y="69824"/>
                    </a:cubicBezTo>
                    <a:lnTo>
                      <a:pt x="125148" y="69824"/>
                    </a:lnTo>
                    <a:lnTo>
                      <a:pt x="125148" y="69824"/>
                    </a:lnTo>
                    <a:close/>
                    <a:moveTo>
                      <a:pt x="82984" y="166057"/>
                    </a:moveTo>
                    <a:cubicBezTo>
                      <a:pt x="34988" y="166057"/>
                      <a:pt x="0" y="132935"/>
                      <a:pt x="0" y="82805"/>
                    </a:cubicBezTo>
                    <a:cubicBezTo>
                      <a:pt x="0" y="32674"/>
                      <a:pt x="33418" y="0"/>
                      <a:pt x="80292" y="0"/>
                    </a:cubicBezTo>
                    <a:cubicBezTo>
                      <a:pt x="127167" y="0"/>
                      <a:pt x="158117" y="36031"/>
                      <a:pt x="158117" y="85714"/>
                    </a:cubicBezTo>
                    <a:lnTo>
                      <a:pt x="158117" y="94218"/>
                    </a:lnTo>
                    <a:lnTo>
                      <a:pt x="36109" y="94218"/>
                    </a:lnTo>
                    <a:cubicBezTo>
                      <a:pt x="38800" y="117717"/>
                      <a:pt x="56519" y="137859"/>
                      <a:pt x="86348" y="137859"/>
                    </a:cubicBezTo>
                    <a:cubicBezTo>
                      <a:pt x="116177" y="137859"/>
                      <a:pt x="120214" y="131592"/>
                      <a:pt x="131652" y="120179"/>
                    </a:cubicBezTo>
                    <a:lnTo>
                      <a:pt x="147352" y="142782"/>
                    </a:lnTo>
                    <a:cubicBezTo>
                      <a:pt x="131204" y="157776"/>
                      <a:pt x="107879" y="166057"/>
                      <a:pt x="82984" y="166057"/>
                    </a:cubicBezTo>
                    <a:lnTo>
                      <a:pt x="82984" y="166057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5C931C64-419F-C150-AB15-DD01790B34D5}"/>
                  </a:ext>
                </a:extLst>
              </p:cNvPr>
              <p:cNvSpPr/>
              <p:nvPr/>
            </p:nvSpPr>
            <p:spPr>
              <a:xfrm>
                <a:off x="-1511198" y="1490107"/>
                <a:ext cx="155650" cy="226258"/>
              </a:xfrm>
              <a:custGeom>
                <a:avLst/>
                <a:gdLst>
                  <a:gd name="connsiteX0" fmla="*/ 80292 w 155650"/>
                  <a:gd name="connsiteY0" fmla="*/ 131368 h 226258"/>
                  <a:gd name="connsiteX1" fmla="*/ 120887 w 155650"/>
                  <a:gd name="connsiteY1" fmla="*/ 110332 h 226258"/>
                  <a:gd name="connsiteX2" fmla="*/ 120887 w 155650"/>
                  <a:gd name="connsiteY2" fmla="*/ 51026 h 226258"/>
                  <a:gd name="connsiteX3" fmla="*/ 80292 w 155650"/>
                  <a:gd name="connsiteY3" fmla="*/ 29989 h 226258"/>
                  <a:gd name="connsiteX4" fmla="*/ 35436 w 155650"/>
                  <a:gd name="connsiteY4" fmla="*/ 80790 h 226258"/>
                  <a:gd name="connsiteX5" fmla="*/ 80292 w 155650"/>
                  <a:gd name="connsiteY5" fmla="*/ 131145 h 226258"/>
                  <a:gd name="connsiteX6" fmla="*/ 80292 w 155650"/>
                  <a:gd name="connsiteY6" fmla="*/ 131145 h 226258"/>
                  <a:gd name="connsiteX7" fmla="*/ 74237 w 155650"/>
                  <a:gd name="connsiteY7" fmla="*/ 225810 h 226258"/>
                  <a:gd name="connsiteX8" fmla="*/ 7626 w 155650"/>
                  <a:gd name="connsiteY8" fmla="*/ 202312 h 226258"/>
                  <a:gd name="connsiteX9" fmla="*/ 23774 w 155650"/>
                  <a:gd name="connsiteY9" fmla="*/ 177470 h 226258"/>
                  <a:gd name="connsiteX10" fmla="*/ 74237 w 155650"/>
                  <a:gd name="connsiteY10" fmla="*/ 197836 h 226258"/>
                  <a:gd name="connsiteX11" fmla="*/ 121111 w 155650"/>
                  <a:gd name="connsiteY11" fmla="*/ 153748 h 226258"/>
                  <a:gd name="connsiteX12" fmla="*/ 121111 w 155650"/>
                  <a:gd name="connsiteY12" fmla="*/ 135844 h 226258"/>
                  <a:gd name="connsiteX13" fmla="*/ 70200 w 155650"/>
                  <a:gd name="connsiteY13" fmla="*/ 162476 h 226258"/>
                  <a:gd name="connsiteX14" fmla="*/ 0 w 155650"/>
                  <a:gd name="connsiteY14" fmla="*/ 81238 h 226258"/>
                  <a:gd name="connsiteX15" fmla="*/ 70200 w 155650"/>
                  <a:gd name="connsiteY15" fmla="*/ 0 h 226258"/>
                  <a:gd name="connsiteX16" fmla="*/ 121111 w 155650"/>
                  <a:gd name="connsiteY16" fmla="*/ 25960 h 226258"/>
                  <a:gd name="connsiteX17" fmla="*/ 121111 w 155650"/>
                  <a:gd name="connsiteY17" fmla="*/ 4028 h 226258"/>
                  <a:gd name="connsiteX18" fmla="*/ 155650 w 155650"/>
                  <a:gd name="connsiteY18" fmla="*/ 4028 h 226258"/>
                  <a:gd name="connsiteX19" fmla="*/ 155650 w 155650"/>
                  <a:gd name="connsiteY19" fmla="*/ 153972 h 226258"/>
                  <a:gd name="connsiteX20" fmla="*/ 74237 w 155650"/>
                  <a:gd name="connsiteY20" fmla="*/ 226258 h 226258"/>
                  <a:gd name="connsiteX21" fmla="*/ 74237 w 155650"/>
                  <a:gd name="connsiteY21" fmla="*/ 225810 h 226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5650" h="226258">
                    <a:moveTo>
                      <a:pt x="80292" y="131368"/>
                    </a:moveTo>
                    <a:cubicBezTo>
                      <a:pt x="96440" y="131368"/>
                      <a:pt x="113037" y="121969"/>
                      <a:pt x="120887" y="110332"/>
                    </a:cubicBezTo>
                    <a:lnTo>
                      <a:pt x="120887" y="51026"/>
                    </a:lnTo>
                    <a:cubicBezTo>
                      <a:pt x="113037" y="39612"/>
                      <a:pt x="96216" y="29989"/>
                      <a:pt x="80292" y="29989"/>
                    </a:cubicBezTo>
                    <a:cubicBezTo>
                      <a:pt x="52706" y="29989"/>
                      <a:pt x="35436" y="50354"/>
                      <a:pt x="35436" y="80790"/>
                    </a:cubicBezTo>
                    <a:cubicBezTo>
                      <a:pt x="35436" y="111227"/>
                      <a:pt x="52930" y="131145"/>
                      <a:pt x="80292" y="131145"/>
                    </a:cubicBezTo>
                    <a:lnTo>
                      <a:pt x="80292" y="131145"/>
                    </a:lnTo>
                    <a:close/>
                    <a:moveTo>
                      <a:pt x="74237" y="225810"/>
                    </a:moveTo>
                    <a:cubicBezTo>
                      <a:pt x="47323" y="225810"/>
                      <a:pt x="27362" y="219992"/>
                      <a:pt x="7626" y="202312"/>
                    </a:cubicBezTo>
                    <a:lnTo>
                      <a:pt x="23774" y="177470"/>
                    </a:lnTo>
                    <a:cubicBezTo>
                      <a:pt x="37006" y="192241"/>
                      <a:pt x="53379" y="197836"/>
                      <a:pt x="74237" y="197836"/>
                    </a:cubicBezTo>
                    <a:cubicBezTo>
                      <a:pt x="95095" y="197836"/>
                      <a:pt x="121111" y="187317"/>
                      <a:pt x="121111" y="153748"/>
                    </a:cubicBezTo>
                    <a:lnTo>
                      <a:pt x="121111" y="135844"/>
                    </a:lnTo>
                    <a:cubicBezTo>
                      <a:pt x="109000" y="151958"/>
                      <a:pt x="90833" y="162476"/>
                      <a:pt x="70200" y="162476"/>
                    </a:cubicBezTo>
                    <a:cubicBezTo>
                      <a:pt x="29829" y="162476"/>
                      <a:pt x="0" y="133383"/>
                      <a:pt x="0" y="81238"/>
                    </a:cubicBezTo>
                    <a:cubicBezTo>
                      <a:pt x="0" y="29094"/>
                      <a:pt x="29156" y="0"/>
                      <a:pt x="70200" y="0"/>
                    </a:cubicBezTo>
                    <a:cubicBezTo>
                      <a:pt x="111243" y="0"/>
                      <a:pt x="108327" y="8728"/>
                      <a:pt x="121111" y="25960"/>
                    </a:cubicBezTo>
                    <a:lnTo>
                      <a:pt x="121111" y="4028"/>
                    </a:lnTo>
                    <a:lnTo>
                      <a:pt x="155650" y="4028"/>
                    </a:lnTo>
                    <a:lnTo>
                      <a:pt x="155650" y="153972"/>
                    </a:lnTo>
                    <a:cubicBezTo>
                      <a:pt x="155650" y="211040"/>
                      <a:pt x="113037" y="226258"/>
                      <a:pt x="74237" y="226258"/>
                    </a:cubicBezTo>
                    <a:lnTo>
                      <a:pt x="74237" y="225810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8901F723-BC07-A9D0-7E2D-1DEA77A22B31}"/>
                  </a:ext>
                </a:extLst>
              </p:cNvPr>
              <p:cNvSpPr/>
              <p:nvPr/>
            </p:nvSpPr>
            <p:spPr>
              <a:xfrm>
                <a:off x="-1687258" y="1489883"/>
                <a:ext cx="141072" cy="165833"/>
              </a:xfrm>
              <a:custGeom>
                <a:avLst/>
                <a:gdLst>
                  <a:gd name="connsiteX0" fmla="*/ 68630 w 141072"/>
                  <a:gd name="connsiteY0" fmla="*/ 142334 h 165833"/>
                  <a:gd name="connsiteX1" fmla="*/ 106309 w 141072"/>
                  <a:gd name="connsiteY1" fmla="*/ 125997 h 165833"/>
                  <a:gd name="connsiteX2" fmla="*/ 106309 w 141072"/>
                  <a:gd name="connsiteY2" fmla="*/ 101827 h 165833"/>
                  <a:gd name="connsiteX3" fmla="*/ 68630 w 141072"/>
                  <a:gd name="connsiteY3" fmla="*/ 85490 h 165833"/>
                  <a:gd name="connsiteX4" fmla="*/ 34539 w 141072"/>
                  <a:gd name="connsiteY4" fmla="*/ 113912 h 165833"/>
                  <a:gd name="connsiteX5" fmla="*/ 68630 w 141072"/>
                  <a:gd name="connsiteY5" fmla="*/ 142334 h 165833"/>
                  <a:gd name="connsiteX6" fmla="*/ 68630 w 141072"/>
                  <a:gd name="connsiteY6" fmla="*/ 142334 h 165833"/>
                  <a:gd name="connsiteX7" fmla="*/ 140848 w 141072"/>
                  <a:gd name="connsiteY7" fmla="*/ 162028 h 165833"/>
                  <a:gd name="connsiteX8" fmla="*/ 106309 w 141072"/>
                  <a:gd name="connsiteY8" fmla="*/ 162028 h 165833"/>
                  <a:gd name="connsiteX9" fmla="*/ 106309 w 141072"/>
                  <a:gd name="connsiteY9" fmla="*/ 144572 h 165833"/>
                  <a:gd name="connsiteX10" fmla="*/ 54724 w 141072"/>
                  <a:gd name="connsiteY10" fmla="*/ 165833 h 165833"/>
                  <a:gd name="connsiteX11" fmla="*/ 0 w 141072"/>
                  <a:gd name="connsiteY11" fmla="*/ 113465 h 165833"/>
                  <a:gd name="connsiteX12" fmla="*/ 54724 w 141072"/>
                  <a:gd name="connsiteY12" fmla="*/ 61768 h 165833"/>
                  <a:gd name="connsiteX13" fmla="*/ 106309 w 141072"/>
                  <a:gd name="connsiteY13" fmla="*/ 82133 h 165833"/>
                  <a:gd name="connsiteX14" fmla="*/ 106309 w 141072"/>
                  <a:gd name="connsiteY14" fmla="*/ 58635 h 165833"/>
                  <a:gd name="connsiteX15" fmla="*/ 69303 w 141072"/>
                  <a:gd name="connsiteY15" fmla="*/ 29094 h 165833"/>
                  <a:gd name="connsiteX16" fmla="*/ 22428 w 141072"/>
                  <a:gd name="connsiteY16" fmla="*/ 49459 h 165833"/>
                  <a:gd name="connsiteX17" fmla="*/ 8074 w 141072"/>
                  <a:gd name="connsiteY17" fmla="*/ 25513 h 165833"/>
                  <a:gd name="connsiteX18" fmla="*/ 74685 w 141072"/>
                  <a:gd name="connsiteY18" fmla="*/ 0 h 165833"/>
                  <a:gd name="connsiteX19" fmla="*/ 141072 w 141072"/>
                  <a:gd name="connsiteY19" fmla="*/ 57068 h 165833"/>
                  <a:gd name="connsiteX20" fmla="*/ 141072 w 141072"/>
                  <a:gd name="connsiteY20" fmla="*/ 162252 h 165833"/>
                  <a:gd name="connsiteX21" fmla="*/ 141072 w 141072"/>
                  <a:gd name="connsiteY21" fmla="*/ 162252 h 165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072" h="165833">
                    <a:moveTo>
                      <a:pt x="68630" y="142334"/>
                    </a:moveTo>
                    <a:cubicBezTo>
                      <a:pt x="83432" y="142334"/>
                      <a:pt x="98235" y="136740"/>
                      <a:pt x="106309" y="125997"/>
                    </a:cubicBezTo>
                    <a:lnTo>
                      <a:pt x="106309" y="101827"/>
                    </a:lnTo>
                    <a:cubicBezTo>
                      <a:pt x="98010" y="91085"/>
                      <a:pt x="83432" y="85490"/>
                      <a:pt x="68630" y="85490"/>
                    </a:cubicBezTo>
                    <a:cubicBezTo>
                      <a:pt x="53827" y="85490"/>
                      <a:pt x="34539" y="96904"/>
                      <a:pt x="34539" y="113912"/>
                    </a:cubicBezTo>
                    <a:cubicBezTo>
                      <a:pt x="34539" y="130921"/>
                      <a:pt x="49342" y="142334"/>
                      <a:pt x="68630" y="142334"/>
                    </a:cubicBezTo>
                    <a:lnTo>
                      <a:pt x="68630" y="142334"/>
                    </a:lnTo>
                    <a:close/>
                    <a:moveTo>
                      <a:pt x="140848" y="162028"/>
                    </a:moveTo>
                    <a:lnTo>
                      <a:pt x="106309" y="162028"/>
                    </a:lnTo>
                    <a:lnTo>
                      <a:pt x="106309" y="144572"/>
                    </a:lnTo>
                    <a:cubicBezTo>
                      <a:pt x="94422" y="158224"/>
                      <a:pt x="75807" y="165833"/>
                      <a:pt x="54724" y="165833"/>
                    </a:cubicBezTo>
                    <a:cubicBezTo>
                      <a:pt x="33642" y="165833"/>
                      <a:pt x="0" y="148153"/>
                      <a:pt x="0" y="113465"/>
                    </a:cubicBezTo>
                    <a:cubicBezTo>
                      <a:pt x="0" y="78776"/>
                      <a:pt x="28932" y="61768"/>
                      <a:pt x="54724" y="61768"/>
                    </a:cubicBezTo>
                    <a:cubicBezTo>
                      <a:pt x="80517" y="61768"/>
                      <a:pt x="94422" y="68705"/>
                      <a:pt x="106309" y="82133"/>
                    </a:cubicBezTo>
                    <a:lnTo>
                      <a:pt x="106309" y="58635"/>
                    </a:lnTo>
                    <a:cubicBezTo>
                      <a:pt x="106309" y="40283"/>
                      <a:pt x="90833" y="29094"/>
                      <a:pt x="69303" y="29094"/>
                    </a:cubicBezTo>
                    <a:cubicBezTo>
                      <a:pt x="47772" y="29094"/>
                      <a:pt x="35885" y="35584"/>
                      <a:pt x="22428" y="49459"/>
                    </a:cubicBezTo>
                    <a:lnTo>
                      <a:pt x="8074" y="25513"/>
                    </a:lnTo>
                    <a:cubicBezTo>
                      <a:pt x="26465" y="7833"/>
                      <a:pt x="49342" y="0"/>
                      <a:pt x="74685" y="0"/>
                    </a:cubicBezTo>
                    <a:cubicBezTo>
                      <a:pt x="100029" y="0"/>
                      <a:pt x="141072" y="14771"/>
                      <a:pt x="141072" y="57068"/>
                    </a:cubicBezTo>
                    <a:lnTo>
                      <a:pt x="141072" y="162252"/>
                    </a:lnTo>
                    <a:lnTo>
                      <a:pt x="141072" y="162252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A9A9F82-9C87-DC28-1E0A-1C521D36577E}"/>
                  </a:ext>
                </a:extLst>
              </p:cNvPr>
              <p:cNvSpPr/>
              <p:nvPr/>
            </p:nvSpPr>
            <p:spPr>
              <a:xfrm>
                <a:off x="-1868028" y="1489659"/>
                <a:ext cx="155650" cy="222229"/>
              </a:xfrm>
              <a:custGeom>
                <a:avLst/>
                <a:gdLst>
                  <a:gd name="connsiteX0" fmla="*/ 75358 w 155650"/>
                  <a:gd name="connsiteY0" fmla="*/ 135621 h 222229"/>
                  <a:gd name="connsiteX1" fmla="*/ 120214 w 155650"/>
                  <a:gd name="connsiteY1" fmla="*/ 82805 h 222229"/>
                  <a:gd name="connsiteX2" fmla="*/ 75358 w 155650"/>
                  <a:gd name="connsiteY2" fmla="*/ 30436 h 222229"/>
                  <a:gd name="connsiteX3" fmla="*/ 34763 w 155650"/>
                  <a:gd name="connsiteY3" fmla="*/ 51473 h 222229"/>
                  <a:gd name="connsiteX4" fmla="*/ 34763 w 155650"/>
                  <a:gd name="connsiteY4" fmla="*/ 113912 h 222229"/>
                  <a:gd name="connsiteX5" fmla="*/ 75358 w 155650"/>
                  <a:gd name="connsiteY5" fmla="*/ 135621 h 222229"/>
                  <a:gd name="connsiteX6" fmla="*/ 85451 w 155650"/>
                  <a:gd name="connsiteY6" fmla="*/ 166057 h 222229"/>
                  <a:gd name="connsiteX7" fmla="*/ 34539 w 155650"/>
                  <a:gd name="connsiteY7" fmla="*/ 140096 h 222229"/>
                  <a:gd name="connsiteX8" fmla="*/ 34539 w 155650"/>
                  <a:gd name="connsiteY8" fmla="*/ 222230 h 222229"/>
                  <a:gd name="connsiteX9" fmla="*/ 0 w 155650"/>
                  <a:gd name="connsiteY9" fmla="*/ 222230 h 222229"/>
                  <a:gd name="connsiteX10" fmla="*/ 0 w 155650"/>
                  <a:gd name="connsiteY10" fmla="*/ 3805 h 222229"/>
                  <a:gd name="connsiteX11" fmla="*/ 34539 w 155650"/>
                  <a:gd name="connsiteY11" fmla="*/ 3805 h 222229"/>
                  <a:gd name="connsiteX12" fmla="*/ 34539 w 155650"/>
                  <a:gd name="connsiteY12" fmla="*/ 25513 h 222229"/>
                  <a:gd name="connsiteX13" fmla="*/ 85451 w 155650"/>
                  <a:gd name="connsiteY13" fmla="*/ 0 h 222229"/>
                  <a:gd name="connsiteX14" fmla="*/ 155650 w 155650"/>
                  <a:gd name="connsiteY14" fmla="*/ 82805 h 222229"/>
                  <a:gd name="connsiteX15" fmla="*/ 85451 w 155650"/>
                  <a:gd name="connsiteY15" fmla="*/ 166057 h 222229"/>
                  <a:gd name="connsiteX16" fmla="*/ 85451 w 155650"/>
                  <a:gd name="connsiteY16" fmla="*/ 166057 h 22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650" h="222229">
                    <a:moveTo>
                      <a:pt x="75358" y="135621"/>
                    </a:moveTo>
                    <a:cubicBezTo>
                      <a:pt x="102496" y="135621"/>
                      <a:pt x="120214" y="113689"/>
                      <a:pt x="120214" y="82805"/>
                    </a:cubicBezTo>
                    <a:cubicBezTo>
                      <a:pt x="120214" y="51921"/>
                      <a:pt x="102496" y="30436"/>
                      <a:pt x="75358" y="30436"/>
                    </a:cubicBezTo>
                    <a:cubicBezTo>
                      <a:pt x="48220" y="30436"/>
                      <a:pt x="42613" y="39612"/>
                      <a:pt x="34763" y="51473"/>
                    </a:cubicBezTo>
                    <a:lnTo>
                      <a:pt x="34763" y="113912"/>
                    </a:lnTo>
                    <a:cubicBezTo>
                      <a:pt x="42389" y="125774"/>
                      <a:pt x="59434" y="135621"/>
                      <a:pt x="75358" y="135621"/>
                    </a:cubicBezTo>
                    <a:close/>
                    <a:moveTo>
                      <a:pt x="85451" y="166057"/>
                    </a:moveTo>
                    <a:cubicBezTo>
                      <a:pt x="65490" y="166057"/>
                      <a:pt x="47772" y="156881"/>
                      <a:pt x="34539" y="140096"/>
                    </a:cubicBezTo>
                    <a:lnTo>
                      <a:pt x="34539" y="222230"/>
                    </a:lnTo>
                    <a:lnTo>
                      <a:pt x="0" y="222230"/>
                    </a:lnTo>
                    <a:lnTo>
                      <a:pt x="0" y="3805"/>
                    </a:lnTo>
                    <a:lnTo>
                      <a:pt x="34539" y="3805"/>
                    </a:lnTo>
                    <a:lnTo>
                      <a:pt x="34539" y="25513"/>
                    </a:lnTo>
                    <a:cubicBezTo>
                      <a:pt x="46426" y="9847"/>
                      <a:pt x="64817" y="0"/>
                      <a:pt x="85451" y="0"/>
                    </a:cubicBezTo>
                    <a:cubicBezTo>
                      <a:pt x="126494" y="0"/>
                      <a:pt x="155650" y="30884"/>
                      <a:pt x="155650" y="82805"/>
                    </a:cubicBezTo>
                    <a:cubicBezTo>
                      <a:pt x="155650" y="134725"/>
                      <a:pt x="126494" y="166057"/>
                      <a:pt x="85451" y="166057"/>
                    </a:cubicBezTo>
                    <a:lnTo>
                      <a:pt x="85451" y="166057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FAE44DB4-563A-E1CF-25B8-B2B17920ADA6}"/>
                  </a:ext>
                </a:extLst>
              </p:cNvPr>
              <p:cNvSpPr/>
              <p:nvPr/>
            </p:nvSpPr>
            <p:spPr>
              <a:xfrm>
                <a:off x="-2302009" y="1412673"/>
                <a:ext cx="329691" cy="385824"/>
              </a:xfrm>
              <a:custGeom>
                <a:avLst/>
                <a:gdLst>
                  <a:gd name="connsiteX0" fmla="*/ 93525 w 329691"/>
                  <a:gd name="connsiteY0" fmla="*/ 0 h 385824"/>
                  <a:gd name="connsiteX1" fmla="*/ 0 w 329691"/>
                  <a:gd name="connsiteY1" fmla="*/ 93099 h 385824"/>
                  <a:gd name="connsiteX2" fmla="*/ 0 w 329691"/>
                  <a:gd name="connsiteY2" fmla="*/ 235434 h 385824"/>
                  <a:gd name="connsiteX3" fmla="*/ 93525 w 329691"/>
                  <a:gd name="connsiteY3" fmla="*/ 328533 h 385824"/>
                  <a:gd name="connsiteX4" fmla="*/ 125373 w 329691"/>
                  <a:gd name="connsiteY4" fmla="*/ 328533 h 385824"/>
                  <a:gd name="connsiteX5" fmla="*/ 125597 w 329691"/>
                  <a:gd name="connsiteY5" fmla="*/ 328981 h 385824"/>
                  <a:gd name="connsiteX6" fmla="*/ 155426 w 329691"/>
                  <a:gd name="connsiteY6" fmla="*/ 380454 h 385824"/>
                  <a:gd name="connsiteX7" fmla="*/ 174266 w 329691"/>
                  <a:gd name="connsiteY7" fmla="*/ 380454 h 385824"/>
                  <a:gd name="connsiteX8" fmla="*/ 204095 w 329691"/>
                  <a:gd name="connsiteY8" fmla="*/ 328981 h 385824"/>
                  <a:gd name="connsiteX9" fmla="*/ 204319 w 329691"/>
                  <a:gd name="connsiteY9" fmla="*/ 328533 h 385824"/>
                  <a:gd name="connsiteX10" fmla="*/ 236167 w 329691"/>
                  <a:gd name="connsiteY10" fmla="*/ 328533 h 385824"/>
                  <a:gd name="connsiteX11" fmla="*/ 329692 w 329691"/>
                  <a:gd name="connsiteY11" fmla="*/ 235434 h 385824"/>
                  <a:gd name="connsiteX12" fmla="*/ 329692 w 329691"/>
                  <a:gd name="connsiteY12" fmla="*/ 93099 h 385824"/>
                  <a:gd name="connsiteX13" fmla="*/ 236167 w 329691"/>
                  <a:gd name="connsiteY13" fmla="*/ 0 h 385824"/>
                  <a:gd name="connsiteX14" fmla="*/ 93300 w 329691"/>
                  <a:gd name="connsiteY14" fmla="*/ 0 h 385824"/>
                  <a:gd name="connsiteX15" fmla="*/ 93525 w 329691"/>
                  <a:gd name="connsiteY15" fmla="*/ 0 h 385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9691" h="385824">
                    <a:moveTo>
                      <a:pt x="93525" y="0"/>
                    </a:moveTo>
                    <a:cubicBezTo>
                      <a:pt x="41940" y="0"/>
                      <a:pt x="0" y="41626"/>
                      <a:pt x="0" y="93099"/>
                    </a:cubicBezTo>
                    <a:lnTo>
                      <a:pt x="0" y="235434"/>
                    </a:lnTo>
                    <a:cubicBezTo>
                      <a:pt x="0" y="286907"/>
                      <a:pt x="41940" y="328533"/>
                      <a:pt x="93525" y="328533"/>
                    </a:cubicBezTo>
                    <a:lnTo>
                      <a:pt x="125373" y="328533"/>
                    </a:lnTo>
                    <a:cubicBezTo>
                      <a:pt x="125373" y="328533"/>
                      <a:pt x="125373" y="328981"/>
                      <a:pt x="125597" y="328981"/>
                    </a:cubicBezTo>
                    <a:lnTo>
                      <a:pt x="155426" y="380454"/>
                    </a:lnTo>
                    <a:cubicBezTo>
                      <a:pt x="159687" y="387615"/>
                      <a:pt x="170004" y="387615"/>
                      <a:pt x="174266" y="380454"/>
                    </a:cubicBezTo>
                    <a:lnTo>
                      <a:pt x="204095" y="328981"/>
                    </a:lnTo>
                    <a:cubicBezTo>
                      <a:pt x="204095" y="328981"/>
                      <a:pt x="204095" y="328533"/>
                      <a:pt x="204319" y="328533"/>
                    </a:cubicBezTo>
                    <a:lnTo>
                      <a:pt x="236167" y="328533"/>
                    </a:lnTo>
                    <a:cubicBezTo>
                      <a:pt x="287751" y="328533"/>
                      <a:pt x="329692" y="286907"/>
                      <a:pt x="329692" y="235434"/>
                    </a:cubicBezTo>
                    <a:lnTo>
                      <a:pt x="329692" y="93099"/>
                    </a:lnTo>
                    <a:cubicBezTo>
                      <a:pt x="329692" y="41626"/>
                      <a:pt x="287751" y="0"/>
                      <a:pt x="236167" y="0"/>
                    </a:cubicBezTo>
                    <a:lnTo>
                      <a:pt x="93300" y="0"/>
                    </a:lnTo>
                    <a:lnTo>
                      <a:pt x="93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BED63CC-1A27-8BA9-2385-50C783315AC4}"/>
                  </a:ext>
                </a:extLst>
              </p:cNvPr>
              <p:cNvSpPr/>
              <p:nvPr/>
            </p:nvSpPr>
            <p:spPr>
              <a:xfrm>
                <a:off x="-2254630" y="1493520"/>
                <a:ext cx="187483" cy="93658"/>
              </a:xfrm>
              <a:custGeom>
                <a:avLst/>
                <a:gdLst>
                  <a:gd name="connsiteX0" fmla="*/ 90329 w 187483"/>
                  <a:gd name="connsiteY0" fmla="*/ 35528 h 93658"/>
                  <a:gd name="connsiteX1" fmla="*/ 86965 w 187483"/>
                  <a:gd name="connsiteY1" fmla="*/ 6882 h 93658"/>
                  <a:gd name="connsiteX2" fmla="*/ 53995 w 187483"/>
                  <a:gd name="connsiteY2" fmla="*/ 6882 h 93658"/>
                  <a:gd name="connsiteX3" fmla="*/ 50183 w 187483"/>
                  <a:gd name="connsiteY3" fmla="*/ 34856 h 93658"/>
                  <a:gd name="connsiteX4" fmla="*/ 34932 w 187483"/>
                  <a:gd name="connsiteY4" fmla="*/ 50074 h 93658"/>
                  <a:gd name="connsiteX5" fmla="*/ 6897 w 187483"/>
                  <a:gd name="connsiteY5" fmla="*/ 53879 h 93658"/>
                  <a:gd name="connsiteX6" fmla="*/ 6897 w 187483"/>
                  <a:gd name="connsiteY6" fmla="*/ 86777 h 93658"/>
                  <a:gd name="connsiteX7" fmla="*/ 39866 w 187483"/>
                  <a:gd name="connsiteY7" fmla="*/ 86777 h 93658"/>
                  <a:gd name="connsiteX8" fmla="*/ 43679 w 187483"/>
                  <a:gd name="connsiteY8" fmla="*/ 58802 h 93658"/>
                  <a:gd name="connsiteX9" fmla="*/ 58930 w 187483"/>
                  <a:gd name="connsiteY9" fmla="*/ 43584 h 93658"/>
                  <a:gd name="connsiteX10" fmla="*/ 81582 w 187483"/>
                  <a:gd name="connsiteY10" fmla="*/ 43808 h 93658"/>
                  <a:gd name="connsiteX11" fmla="*/ 97057 w 187483"/>
                  <a:gd name="connsiteY11" fmla="*/ 59250 h 93658"/>
                  <a:gd name="connsiteX12" fmla="*/ 101094 w 187483"/>
                  <a:gd name="connsiteY12" fmla="*/ 86777 h 93658"/>
                  <a:gd name="connsiteX13" fmla="*/ 134063 w 187483"/>
                  <a:gd name="connsiteY13" fmla="*/ 86777 h 93658"/>
                  <a:gd name="connsiteX14" fmla="*/ 137203 w 187483"/>
                  <a:gd name="connsiteY14" fmla="*/ 57683 h 93658"/>
                  <a:gd name="connsiteX15" fmla="*/ 137876 w 187483"/>
                  <a:gd name="connsiteY15" fmla="*/ 58355 h 93658"/>
                  <a:gd name="connsiteX16" fmla="*/ 152903 w 187483"/>
                  <a:gd name="connsiteY16" fmla="*/ 43361 h 93658"/>
                  <a:gd name="connsiteX17" fmla="*/ 181162 w 187483"/>
                  <a:gd name="connsiteY17" fmla="*/ 39780 h 93658"/>
                  <a:gd name="connsiteX18" fmla="*/ 181162 w 187483"/>
                  <a:gd name="connsiteY18" fmla="*/ 6882 h 93658"/>
                  <a:gd name="connsiteX19" fmla="*/ 148193 w 187483"/>
                  <a:gd name="connsiteY19" fmla="*/ 6882 h 93658"/>
                  <a:gd name="connsiteX20" fmla="*/ 144380 w 187483"/>
                  <a:gd name="connsiteY20" fmla="*/ 34856 h 93658"/>
                  <a:gd name="connsiteX21" fmla="*/ 129353 w 187483"/>
                  <a:gd name="connsiteY21" fmla="*/ 49851 h 93658"/>
                  <a:gd name="connsiteX22" fmla="*/ 130251 w 187483"/>
                  <a:gd name="connsiteY22" fmla="*/ 50746 h 93658"/>
                  <a:gd name="connsiteX23" fmla="*/ 105580 w 187483"/>
                  <a:gd name="connsiteY23" fmla="*/ 50522 h 93658"/>
                  <a:gd name="connsiteX24" fmla="*/ 90553 w 187483"/>
                  <a:gd name="connsiteY24" fmla="*/ 35528 h 93658"/>
                  <a:gd name="connsiteX25" fmla="*/ 90553 w 187483"/>
                  <a:gd name="connsiteY25" fmla="*/ 35528 h 93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7483" h="93658">
                    <a:moveTo>
                      <a:pt x="90329" y="35528"/>
                    </a:moveTo>
                    <a:cubicBezTo>
                      <a:pt x="95711" y="26576"/>
                      <a:pt x="94590" y="14715"/>
                      <a:pt x="86965" y="6882"/>
                    </a:cubicBezTo>
                    <a:cubicBezTo>
                      <a:pt x="77769" y="-2294"/>
                      <a:pt x="62967" y="-2294"/>
                      <a:pt x="53995" y="6882"/>
                    </a:cubicBezTo>
                    <a:cubicBezTo>
                      <a:pt x="46370" y="14491"/>
                      <a:pt x="45024" y="26128"/>
                      <a:pt x="50183" y="34856"/>
                    </a:cubicBezTo>
                    <a:lnTo>
                      <a:pt x="34932" y="50074"/>
                    </a:lnTo>
                    <a:cubicBezTo>
                      <a:pt x="25960" y="44927"/>
                      <a:pt x="14522" y="46270"/>
                      <a:pt x="6897" y="53879"/>
                    </a:cubicBezTo>
                    <a:cubicBezTo>
                      <a:pt x="-2299" y="63055"/>
                      <a:pt x="-2299" y="77825"/>
                      <a:pt x="6897" y="86777"/>
                    </a:cubicBezTo>
                    <a:cubicBezTo>
                      <a:pt x="16092" y="95953"/>
                      <a:pt x="30895" y="95953"/>
                      <a:pt x="39866" y="86777"/>
                    </a:cubicBezTo>
                    <a:cubicBezTo>
                      <a:pt x="47491" y="79168"/>
                      <a:pt x="48837" y="67531"/>
                      <a:pt x="43679" y="58802"/>
                    </a:cubicBezTo>
                    <a:lnTo>
                      <a:pt x="58930" y="43584"/>
                    </a:lnTo>
                    <a:cubicBezTo>
                      <a:pt x="65882" y="47613"/>
                      <a:pt x="74629" y="47613"/>
                      <a:pt x="81582" y="43808"/>
                    </a:cubicBezTo>
                    <a:lnTo>
                      <a:pt x="97057" y="59250"/>
                    </a:lnTo>
                    <a:cubicBezTo>
                      <a:pt x="92347" y="68202"/>
                      <a:pt x="93693" y="79392"/>
                      <a:pt x="101094" y="86777"/>
                    </a:cubicBezTo>
                    <a:cubicBezTo>
                      <a:pt x="108495" y="94162"/>
                      <a:pt x="125092" y="95953"/>
                      <a:pt x="134063" y="86777"/>
                    </a:cubicBezTo>
                    <a:cubicBezTo>
                      <a:pt x="141913" y="78944"/>
                      <a:pt x="143035" y="66859"/>
                      <a:pt x="137203" y="57683"/>
                    </a:cubicBezTo>
                    <a:lnTo>
                      <a:pt x="137876" y="58355"/>
                    </a:lnTo>
                    <a:lnTo>
                      <a:pt x="152903" y="43361"/>
                    </a:lnTo>
                    <a:cubicBezTo>
                      <a:pt x="161874" y="48508"/>
                      <a:pt x="173537" y="47389"/>
                      <a:pt x="181162" y="39780"/>
                    </a:cubicBezTo>
                    <a:cubicBezTo>
                      <a:pt x="188788" y="32171"/>
                      <a:pt x="190358" y="15834"/>
                      <a:pt x="181162" y="6882"/>
                    </a:cubicBezTo>
                    <a:cubicBezTo>
                      <a:pt x="171967" y="-2294"/>
                      <a:pt x="157164" y="-2294"/>
                      <a:pt x="148193" y="6882"/>
                    </a:cubicBezTo>
                    <a:cubicBezTo>
                      <a:pt x="140568" y="14491"/>
                      <a:pt x="139222" y="25904"/>
                      <a:pt x="144380" y="34856"/>
                    </a:cubicBezTo>
                    <a:lnTo>
                      <a:pt x="129353" y="49851"/>
                    </a:lnTo>
                    <a:lnTo>
                      <a:pt x="130251" y="50746"/>
                    </a:lnTo>
                    <a:cubicBezTo>
                      <a:pt x="122849" y="46046"/>
                      <a:pt x="113205" y="45822"/>
                      <a:pt x="105580" y="50522"/>
                    </a:cubicBezTo>
                    <a:lnTo>
                      <a:pt x="90553" y="35528"/>
                    </a:lnTo>
                    <a:lnTo>
                      <a:pt x="90553" y="35528"/>
                    </a:lnTo>
                    <a:close/>
                  </a:path>
                </a:pathLst>
              </a:custGeom>
              <a:solidFill>
                <a:srgbClr val="FF8200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2E38DA8-705D-7BDA-9136-0C643F2A102A}"/>
                  </a:ext>
                </a:extLst>
              </p:cNvPr>
              <p:cNvSpPr/>
              <p:nvPr/>
            </p:nvSpPr>
            <p:spPr>
              <a:xfrm>
                <a:off x="-2207756" y="1540517"/>
                <a:ext cx="188058" cy="140655"/>
              </a:xfrm>
              <a:custGeom>
                <a:avLst/>
                <a:gdLst>
                  <a:gd name="connsiteX0" fmla="*/ 181162 w 188058"/>
                  <a:gd name="connsiteY0" fmla="*/ 6882 h 140655"/>
                  <a:gd name="connsiteX1" fmla="*/ 181162 w 188058"/>
                  <a:gd name="connsiteY1" fmla="*/ 39780 h 140655"/>
                  <a:gd name="connsiteX2" fmla="*/ 153127 w 188058"/>
                  <a:gd name="connsiteY2" fmla="*/ 43584 h 140655"/>
                  <a:gd name="connsiteX3" fmla="*/ 137876 w 188058"/>
                  <a:gd name="connsiteY3" fmla="*/ 58802 h 140655"/>
                  <a:gd name="connsiteX4" fmla="*/ 134063 w 188058"/>
                  <a:gd name="connsiteY4" fmla="*/ 86777 h 140655"/>
                  <a:gd name="connsiteX5" fmla="*/ 106028 w 188058"/>
                  <a:gd name="connsiteY5" fmla="*/ 90582 h 140655"/>
                  <a:gd name="connsiteX6" fmla="*/ 90777 w 188058"/>
                  <a:gd name="connsiteY6" fmla="*/ 105800 h 140655"/>
                  <a:gd name="connsiteX7" fmla="*/ 86965 w 188058"/>
                  <a:gd name="connsiteY7" fmla="*/ 133774 h 140655"/>
                  <a:gd name="connsiteX8" fmla="*/ 53995 w 188058"/>
                  <a:gd name="connsiteY8" fmla="*/ 133774 h 140655"/>
                  <a:gd name="connsiteX9" fmla="*/ 50183 w 188058"/>
                  <a:gd name="connsiteY9" fmla="*/ 105800 h 140655"/>
                  <a:gd name="connsiteX10" fmla="*/ 34932 w 188058"/>
                  <a:gd name="connsiteY10" fmla="*/ 90582 h 140655"/>
                  <a:gd name="connsiteX11" fmla="*/ 6897 w 188058"/>
                  <a:gd name="connsiteY11" fmla="*/ 86777 h 140655"/>
                  <a:gd name="connsiteX12" fmla="*/ 6897 w 188058"/>
                  <a:gd name="connsiteY12" fmla="*/ 53879 h 140655"/>
                  <a:gd name="connsiteX13" fmla="*/ 39866 w 188058"/>
                  <a:gd name="connsiteY13" fmla="*/ 53879 h 140655"/>
                  <a:gd name="connsiteX14" fmla="*/ 43679 w 188058"/>
                  <a:gd name="connsiteY14" fmla="*/ 81853 h 140655"/>
                  <a:gd name="connsiteX15" fmla="*/ 58930 w 188058"/>
                  <a:gd name="connsiteY15" fmla="*/ 97072 h 140655"/>
                  <a:gd name="connsiteX16" fmla="*/ 82255 w 188058"/>
                  <a:gd name="connsiteY16" fmla="*/ 97072 h 140655"/>
                  <a:gd name="connsiteX17" fmla="*/ 97506 w 188058"/>
                  <a:gd name="connsiteY17" fmla="*/ 81853 h 140655"/>
                  <a:gd name="connsiteX18" fmla="*/ 101319 w 188058"/>
                  <a:gd name="connsiteY18" fmla="*/ 53879 h 140655"/>
                  <a:gd name="connsiteX19" fmla="*/ 129354 w 188058"/>
                  <a:gd name="connsiteY19" fmla="*/ 50074 h 140655"/>
                  <a:gd name="connsiteX20" fmla="*/ 144605 w 188058"/>
                  <a:gd name="connsiteY20" fmla="*/ 34856 h 140655"/>
                  <a:gd name="connsiteX21" fmla="*/ 148417 w 188058"/>
                  <a:gd name="connsiteY21" fmla="*/ 6882 h 140655"/>
                  <a:gd name="connsiteX22" fmla="*/ 181386 w 188058"/>
                  <a:gd name="connsiteY22" fmla="*/ 6882 h 140655"/>
                  <a:gd name="connsiteX23" fmla="*/ 181162 w 188058"/>
                  <a:gd name="connsiteY23" fmla="*/ 6882 h 140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88058" h="140655">
                    <a:moveTo>
                      <a:pt x="181162" y="6882"/>
                    </a:moveTo>
                    <a:cubicBezTo>
                      <a:pt x="190358" y="16057"/>
                      <a:pt x="190358" y="30828"/>
                      <a:pt x="181162" y="39780"/>
                    </a:cubicBezTo>
                    <a:cubicBezTo>
                      <a:pt x="173537" y="47389"/>
                      <a:pt x="161874" y="48732"/>
                      <a:pt x="153127" y="43584"/>
                    </a:cubicBezTo>
                    <a:lnTo>
                      <a:pt x="137876" y="58802"/>
                    </a:lnTo>
                    <a:cubicBezTo>
                      <a:pt x="143035" y="67754"/>
                      <a:pt x="141689" y="79168"/>
                      <a:pt x="134063" y="86777"/>
                    </a:cubicBezTo>
                    <a:cubicBezTo>
                      <a:pt x="126438" y="94386"/>
                      <a:pt x="114775" y="95729"/>
                      <a:pt x="106028" y="90582"/>
                    </a:cubicBezTo>
                    <a:lnTo>
                      <a:pt x="90777" y="105800"/>
                    </a:lnTo>
                    <a:cubicBezTo>
                      <a:pt x="95936" y="114752"/>
                      <a:pt x="94590" y="126165"/>
                      <a:pt x="86965" y="133774"/>
                    </a:cubicBezTo>
                    <a:cubicBezTo>
                      <a:pt x="77769" y="142950"/>
                      <a:pt x="62967" y="142950"/>
                      <a:pt x="53995" y="133774"/>
                    </a:cubicBezTo>
                    <a:cubicBezTo>
                      <a:pt x="46370" y="126165"/>
                      <a:pt x="45024" y="114528"/>
                      <a:pt x="50183" y="105800"/>
                    </a:cubicBezTo>
                    <a:lnTo>
                      <a:pt x="34932" y="90582"/>
                    </a:lnTo>
                    <a:cubicBezTo>
                      <a:pt x="25960" y="95729"/>
                      <a:pt x="14522" y="94386"/>
                      <a:pt x="6897" y="86777"/>
                    </a:cubicBezTo>
                    <a:cubicBezTo>
                      <a:pt x="-2299" y="77601"/>
                      <a:pt x="-2299" y="62831"/>
                      <a:pt x="6897" y="53879"/>
                    </a:cubicBezTo>
                    <a:cubicBezTo>
                      <a:pt x="16092" y="44703"/>
                      <a:pt x="30895" y="44703"/>
                      <a:pt x="39866" y="53879"/>
                    </a:cubicBezTo>
                    <a:cubicBezTo>
                      <a:pt x="47491" y="61488"/>
                      <a:pt x="48837" y="73125"/>
                      <a:pt x="43679" y="81853"/>
                    </a:cubicBezTo>
                    <a:lnTo>
                      <a:pt x="58930" y="97072"/>
                    </a:lnTo>
                    <a:cubicBezTo>
                      <a:pt x="66107" y="93043"/>
                      <a:pt x="75078" y="93043"/>
                      <a:pt x="82255" y="97072"/>
                    </a:cubicBezTo>
                    <a:lnTo>
                      <a:pt x="97506" y="81853"/>
                    </a:lnTo>
                    <a:cubicBezTo>
                      <a:pt x="92347" y="72902"/>
                      <a:pt x="93693" y="61488"/>
                      <a:pt x="101319" y="53879"/>
                    </a:cubicBezTo>
                    <a:cubicBezTo>
                      <a:pt x="108944" y="46270"/>
                      <a:pt x="120607" y="44927"/>
                      <a:pt x="129354" y="50074"/>
                    </a:cubicBezTo>
                    <a:lnTo>
                      <a:pt x="144605" y="34856"/>
                    </a:lnTo>
                    <a:cubicBezTo>
                      <a:pt x="139446" y="25904"/>
                      <a:pt x="140792" y="14491"/>
                      <a:pt x="148417" y="6882"/>
                    </a:cubicBezTo>
                    <a:cubicBezTo>
                      <a:pt x="157613" y="-2294"/>
                      <a:pt x="172415" y="-2294"/>
                      <a:pt x="181386" y="6882"/>
                    </a:cubicBezTo>
                    <a:lnTo>
                      <a:pt x="181162" y="6882"/>
                    </a:lnTo>
                    <a:close/>
                  </a:path>
                </a:pathLst>
              </a:custGeom>
              <a:solidFill>
                <a:srgbClr val="FFFFFF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  <p:grpSp>
          <p:nvGrpSpPr>
            <p:cNvPr id="32" name="Graphic 5">
              <a:extLst>
                <a:ext uri="{FF2B5EF4-FFF2-40B4-BE49-F238E27FC236}">
                  <a16:creationId xmlns:a16="http://schemas.microsoft.com/office/drawing/2014/main" id="{190C9AE3-3526-CDEF-EC8E-79F6B2BE2C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87787" y="1435962"/>
              <a:ext cx="68362" cy="36576"/>
              <a:chOff x="-141780" y="1429612"/>
              <a:chExt cx="99132" cy="53039"/>
            </a:xfrm>
            <a:solidFill>
              <a:schemeClr val="bg1"/>
            </a:solidFill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3A551690-C103-8AE2-3790-B73BB9A92DE4}"/>
                  </a:ext>
                </a:extLst>
              </p:cNvPr>
              <p:cNvSpPr/>
              <p:nvPr/>
            </p:nvSpPr>
            <p:spPr>
              <a:xfrm>
                <a:off x="-141780" y="1429612"/>
                <a:ext cx="36781" cy="53039"/>
              </a:xfrm>
              <a:custGeom>
                <a:avLst/>
                <a:gdLst>
                  <a:gd name="connsiteX0" fmla="*/ 18839 w 36781"/>
                  <a:gd name="connsiteY0" fmla="*/ 52592 h 53039"/>
                  <a:gd name="connsiteX1" fmla="*/ 9195 w 36781"/>
                  <a:gd name="connsiteY1" fmla="*/ 50578 h 53039"/>
                  <a:gd name="connsiteX2" fmla="*/ 2691 w 36781"/>
                  <a:gd name="connsiteY2" fmla="*/ 45431 h 53039"/>
                  <a:gd name="connsiteX3" fmla="*/ 0 w 36781"/>
                  <a:gd name="connsiteY3" fmla="*/ 37598 h 53039"/>
                  <a:gd name="connsiteX4" fmla="*/ 7850 w 36781"/>
                  <a:gd name="connsiteY4" fmla="*/ 37598 h 53039"/>
                  <a:gd name="connsiteX5" fmla="*/ 9868 w 36781"/>
                  <a:gd name="connsiteY5" fmla="*/ 42297 h 53039"/>
                  <a:gd name="connsiteX6" fmla="*/ 13905 w 36781"/>
                  <a:gd name="connsiteY6" fmla="*/ 44983 h 53039"/>
                  <a:gd name="connsiteX7" fmla="*/ 19288 w 36781"/>
                  <a:gd name="connsiteY7" fmla="*/ 45878 h 53039"/>
                  <a:gd name="connsiteX8" fmla="*/ 24671 w 36781"/>
                  <a:gd name="connsiteY8" fmla="*/ 44983 h 53039"/>
                  <a:gd name="connsiteX9" fmla="*/ 28708 w 36781"/>
                  <a:gd name="connsiteY9" fmla="*/ 42297 h 53039"/>
                  <a:gd name="connsiteX10" fmla="*/ 30053 w 36781"/>
                  <a:gd name="connsiteY10" fmla="*/ 38269 h 53039"/>
                  <a:gd name="connsiteX11" fmla="*/ 28708 w 36781"/>
                  <a:gd name="connsiteY11" fmla="*/ 34465 h 53039"/>
                  <a:gd name="connsiteX12" fmla="*/ 25344 w 36781"/>
                  <a:gd name="connsiteY12" fmla="*/ 32227 h 53039"/>
                  <a:gd name="connsiteX13" fmla="*/ 20185 w 36781"/>
                  <a:gd name="connsiteY13" fmla="*/ 30212 h 53039"/>
                  <a:gd name="connsiteX14" fmla="*/ 14130 w 36781"/>
                  <a:gd name="connsiteY14" fmla="*/ 28198 h 53039"/>
                  <a:gd name="connsiteX15" fmla="*/ 4486 w 36781"/>
                  <a:gd name="connsiteY15" fmla="*/ 23051 h 53039"/>
                  <a:gd name="connsiteX16" fmla="*/ 673 w 36781"/>
                  <a:gd name="connsiteY16" fmla="*/ 14994 h 53039"/>
                  <a:gd name="connsiteX17" fmla="*/ 2916 w 36781"/>
                  <a:gd name="connsiteY17" fmla="*/ 7161 h 53039"/>
                  <a:gd name="connsiteX18" fmla="*/ 9420 w 36781"/>
                  <a:gd name="connsiteY18" fmla="*/ 2014 h 53039"/>
                  <a:gd name="connsiteX19" fmla="*/ 18615 w 36781"/>
                  <a:gd name="connsiteY19" fmla="*/ 0 h 53039"/>
                  <a:gd name="connsiteX20" fmla="*/ 27811 w 36781"/>
                  <a:gd name="connsiteY20" fmla="*/ 2014 h 53039"/>
                  <a:gd name="connsiteX21" fmla="*/ 33866 w 36781"/>
                  <a:gd name="connsiteY21" fmla="*/ 7161 h 53039"/>
                  <a:gd name="connsiteX22" fmla="*/ 36109 w 36781"/>
                  <a:gd name="connsiteY22" fmla="*/ 14547 h 53039"/>
                  <a:gd name="connsiteX23" fmla="*/ 28708 w 36781"/>
                  <a:gd name="connsiteY23" fmla="*/ 14547 h 53039"/>
                  <a:gd name="connsiteX24" fmla="*/ 25344 w 36781"/>
                  <a:gd name="connsiteY24" fmla="*/ 9176 h 53039"/>
                  <a:gd name="connsiteX25" fmla="*/ 17942 w 36781"/>
                  <a:gd name="connsiteY25" fmla="*/ 7161 h 53039"/>
                  <a:gd name="connsiteX26" fmla="*/ 12560 w 36781"/>
                  <a:gd name="connsiteY26" fmla="*/ 8057 h 53039"/>
                  <a:gd name="connsiteX27" fmla="*/ 8747 w 36781"/>
                  <a:gd name="connsiteY27" fmla="*/ 10742 h 53039"/>
                  <a:gd name="connsiteX28" fmla="*/ 7401 w 36781"/>
                  <a:gd name="connsiteY28" fmla="*/ 14547 h 53039"/>
                  <a:gd name="connsiteX29" fmla="*/ 8747 w 36781"/>
                  <a:gd name="connsiteY29" fmla="*/ 18351 h 53039"/>
                  <a:gd name="connsiteX30" fmla="*/ 12560 w 36781"/>
                  <a:gd name="connsiteY30" fmla="*/ 20589 h 53039"/>
                  <a:gd name="connsiteX31" fmla="*/ 16597 w 36781"/>
                  <a:gd name="connsiteY31" fmla="*/ 21932 h 53039"/>
                  <a:gd name="connsiteX32" fmla="*/ 21755 w 36781"/>
                  <a:gd name="connsiteY32" fmla="*/ 23275 h 53039"/>
                  <a:gd name="connsiteX33" fmla="*/ 26914 w 36781"/>
                  <a:gd name="connsiteY33" fmla="*/ 25289 h 53039"/>
                  <a:gd name="connsiteX34" fmla="*/ 31623 w 36781"/>
                  <a:gd name="connsiteY34" fmla="*/ 27975 h 53039"/>
                  <a:gd name="connsiteX35" fmla="*/ 35436 w 36781"/>
                  <a:gd name="connsiteY35" fmla="*/ 32003 h 53039"/>
                  <a:gd name="connsiteX36" fmla="*/ 36782 w 36781"/>
                  <a:gd name="connsiteY36" fmla="*/ 38045 h 53039"/>
                  <a:gd name="connsiteX37" fmla="*/ 34539 w 36781"/>
                  <a:gd name="connsiteY37" fmla="*/ 45878 h 53039"/>
                  <a:gd name="connsiteX38" fmla="*/ 28035 w 36781"/>
                  <a:gd name="connsiteY38" fmla="*/ 51026 h 53039"/>
                  <a:gd name="connsiteX39" fmla="*/ 17942 w 36781"/>
                  <a:gd name="connsiteY39" fmla="*/ 53040 h 53039"/>
                  <a:gd name="connsiteX40" fmla="*/ 18391 w 36781"/>
                  <a:gd name="connsiteY40" fmla="*/ 52592 h 53039"/>
                  <a:gd name="connsiteX41" fmla="*/ 18167 w 36781"/>
                  <a:gd name="connsiteY41" fmla="*/ 52592 h 53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6781" h="53039">
                    <a:moveTo>
                      <a:pt x="18839" y="52592"/>
                    </a:moveTo>
                    <a:cubicBezTo>
                      <a:pt x="15027" y="52592"/>
                      <a:pt x="12111" y="52145"/>
                      <a:pt x="9195" y="50578"/>
                    </a:cubicBezTo>
                    <a:cubicBezTo>
                      <a:pt x="6280" y="49011"/>
                      <a:pt x="4037" y="47892"/>
                      <a:pt x="2691" y="45431"/>
                    </a:cubicBezTo>
                    <a:cubicBezTo>
                      <a:pt x="1346" y="42969"/>
                      <a:pt x="449" y="40283"/>
                      <a:pt x="0" y="37598"/>
                    </a:cubicBezTo>
                    <a:lnTo>
                      <a:pt x="7850" y="37598"/>
                    </a:lnTo>
                    <a:cubicBezTo>
                      <a:pt x="7850" y="39612"/>
                      <a:pt x="8747" y="40955"/>
                      <a:pt x="9868" y="42297"/>
                    </a:cubicBezTo>
                    <a:cubicBezTo>
                      <a:pt x="10990" y="43640"/>
                      <a:pt x="12111" y="44535"/>
                      <a:pt x="13905" y="44983"/>
                    </a:cubicBezTo>
                    <a:cubicBezTo>
                      <a:pt x="15700" y="45431"/>
                      <a:pt x="17270" y="45878"/>
                      <a:pt x="19288" y="45878"/>
                    </a:cubicBezTo>
                    <a:cubicBezTo>
                      <a:pt x="21307" y="45878"/>
                      <a:pt x="23325" y="45878"/>
                      <a:pt x="24671" y="44983"/>
                    </a:cubicBezTo>
                    <a:cubicBezTo>
                      <a:pt x="26016" y="44088"/>
                      <a:pt x="27362" y="42969"/>
                      <a:pt x="28708" y="42297"/>
                    </a:cubicBezTo>
                    <a:cubicBezTo>
                      <a:pt x="30053" y="41626"/>
                      <a:pt x="30053" y="39612"/>
                      <a:pt x="30053" y="38269"/>
                    </a:cubicBezTo>
                    <a:cubicBezTo>
                      <a:pt x="30053" y="36926"/>
                      <a:pt x="30053" y="35584"/>
                      <a:pt x="28708" y="34465"/>
                    </a:cubicBezTo>
                    <a:cubicBezTo>
                      <a:pt x="27362" y="33346"/>
                      <a:pt x="26689" y="32450"/>
                      <a:pt x="25344" y="32227"/>
                    </a:cubicBezTo>
                    <a:cubicBezTo>
                      <a:pt x="23998" y="32003"/>
                      <a:pt x="21979" y="30884"/>
                      <a:pt x="20185" y="30212"/>
                    </a:cubicBezTo>
                    <a:lnTo>
                      <a:pt x="14130" y="28198"/>
                    </a:lnTo>
                    <a:cubicBezTo>
                      <a:pt x="10093" y="27303"/>
                      <a:pt x="6728" y="25513"/>
                      <a:pt x="4486" y="23051"/>
                    </a:cubicBezTo>
                    <a:cubicBezTo>
                      <a:pt x="2243" y="20589"/>
                      <a:pt x="673" y="17904"/>
                      <a:pt x="673" y="14994"/>
                    </a:cubicBezTo>
                    <a:cubicBezTo>
                      <a:pt x="673" y="12085"/>
                      <a:pt x="1570" y="9623"/>
                      <a:pt x="2916" y="7161"/>
                    </a:cubicBezTo>
                    <a:cubicBezTo>
                      <a:pt x="4261" y="4700"/>
                      <a:pt x="6728" y="3357"/>
                      <a:pt x="9420" y="2014"/>
                    </a:cubicBezTo>
                    <a:cubicBezTo>
                      <a:pt x="12111" y="671"/>
                      <a:pt x="14802" y="0"/>
                      <a:pt x="18615" y="0"/>
                    </a:cubicBezTo>
                    <a:cubicBezTo>
                      <a:pt x="22428" y="0"/>
                      <a:pt x="25119" y="448"/>
                      <a:pt x="27811" y="2014"/>
                    </a:cubicBezTo>
                    <a:cubicBezTo>
                      <a:pt x="30502" y="3581"/>
                      <a:pt x="32521" y="4700"/>
                      <a:pt x="33866" y="7161"/>
                    </a:cubicBezTo>
                    <a:cubicBezTo>
                      <a:pt x="35212" y="9623"/>
                      <a:pt x="36109" y="11861"/>
                      <a:pt x="36109" y="14547"/>
                    </a:cubicBezTo>
                    <a:lnTo>
                      <a:pt x="28708" y="14547"/>
                    </a:lnTo>
                    <a:cubicBezTo>
                      <a:pt x="28708" y="12309"/>
                      <a:pt x="27362" y="10518"/>
                      <a:pt x="25344" y="9176"/>
                    </a:cubicBezTo>
                    <a:cubicBezTo>
                      <a:pt x="23325" y="7833"/>
                      <a:pt x="21307" y="7161"/>
                      <a:pt x="17942" y="7161"/>
                    </a:cubicBezTo>
                    <a:cubicBezTo>
                      <a:pt x="14578" y="7161"/>
                      <a:pt x="14130" y="7161"/>
                      <a:pt x="12560" y="8057"/>
                    </a:cubicBezTo>
                    <a:cubicBezTo>
                      <a:pt x="10990" y="8952"/>
                      <a:pt x="9868" y="9399"/>
                      <a:pt x="8747" y="10742"/>
                    </a:cubicBezTo>
                    <a:cubicBezTo>
                      <a:pt x="7625" y="12085"/>
                      <a:pt x="7401" y="12980"/>
                      <a:pt x="7401" y="14547"/>
                    </a:cubicBezTo>
                    <a:cubicBezTo>
                      <a:pt x="7401" y="16113"/>
                      <a:pt x="7850" y="17232"/>
                      <a:pt x="8747" y="18351"/>
                    </a:cubicBezTo>
                    <a:cubicBezTo>
                      <a:pt x="9644" y="19470"/>
                      <a:pt x="10990" y="20365"/>
                      <a:pt x="12560" y="20589"/>
                    </a:cubicBezTo>
                    <a:cubicBezTo>
                      <a:pt x="14130" y="20813"/>
                      <a:pt x="15251" y="21484"/>
                      <a:pt x="16597" y="21932"/>
                    </a:cubicBezTo>
                    <a:lnTo>
                      <a:pt x="21755" y="23275"/>
                    </a:lnTo>
                    <a:cubicBezTo>
                      <a:pt x="23101" y="23275"/>
                      <a:pt x="25119" y="24170"/>
                      <a:pt x="26914" y="25289"/>
                    </a:cubicBezTo>
                    <a:cubicBezTo>
                      <a:pt x="28708" y="26408"/>
                      <a:pt x="30278" y="26632"/>
                      <a:pt x="31623" y="27975"/>
                    </a:cubicBezTo>
                    <a:cubicBezTo>
                      <a:pt x="32969" y="29317"/>
                      <a:pt x="34315" y="30212"/>
                      <a:pt x="35436" y="32003"/>
                    </a:cubicBezTo>
                    <a:cubicBezTo>
                      <a:pt x="36558" y="33793"/>
                      <a:pt x="36782" y="35807"/>
                      <a:pt x="36782" y="38045"/>
                    </a:cubicBezTo>
                    <a:cubicBezTo>
                      <a:pt x="36782" y="40283"/>
                      <a:pt x="35885" y="43416"/>
                      <a:pt x="34539" y="45878"/>
                    </a:cubicBezTo>
                    <a:cubicBezTo>
                      <a:pt x="33193" y="48340"/>
                      <a:pt x="30726" y="49907"/>
                      <a:pt x="28035" y="51026"/>
                    </a:cubicBezTo>
                    <a:cubicBezTo>
                      <a:pt x="25344" y="52145"/>
                      <a:pt x="21979" y="53040"/>
                      <a:pt x="17942" y="53040"/>
                    </a:cubicBezTo>
                    <a:lnTo>
                      <a:pt x="18391" y="52592"/>
                    </a:lnTo>
                    <a:lnTo>
                      <a:pt x="18167" y="52592"/>
                    </a:lnTo>
                    <a:close/>
                  </a:path>
                </a:pathLst>
              </a:custGeom>
              <a:grpFill/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4CEB892A-1326-7D5B-9865-4F141FA4FE58}"/>
                  </a:ext>
                </a:extLst>
              </p:cNvPr>
              <p:cNvSpPr/>
              <p:nvPr/>
            </p:nvSpPr>
            <p:spPr>
              <a:xfrm>
                <a:off x="-95578" y="1430508"/>
                <a:ext cx="52930" cy="51025"/>
              </a:xfrm>
              <a:custGeom>
                <a:avLst/>
                <a:gdLst>
                  <a:gd name="connsiteX0" fmla="*/ 673 w 52930"/>
                  <a:gd name="connsiteY0" fmla="*/ 50578 h 51025"/>
                  <a:gd name="connsiteX1" fmla="*/ 673 w 52930"/>
                  <a:gd name="connsiteY1" fmla="*/ 0 h 51025"/>
                  <a:gd name="connsiteX2" fmla="*/ 12111 w 52930"/>
                  <a:gd name="connsiteY2" fmla="*/ 0 h 51025"/>
                  <a:gd name="connsiteX3" fmla="*/ 23325 w 52930"/>
                  <a:gd name="connsiteY3" fmla="*/ 28870 h 51025"/>
                  <a:gd name="connsiteX4" fmla="*/ 24222 w 52930"/>
                  <a:gd name="connsiteY4" fmla="*/ 32227 h 51025"/>
                  <a:gd name="connsiteX5" fmla="*/ 25568 w 52930"/>
                  <a:gd name="connsiteY5" fmla="*/ 36255 h 51025"/>
                  <a:gd name="connsiteX6" fmla="*/ 26914 w 52930"/>
                  <a:gd name="connsiteY6" fmla="*/ 40955 h 51025"/>
                  <a:gd name="connsiteX7" fmla="*/ 27811 w 52930"/>
                  <a:gd name="connsiteY7" fmla="*/ 44983 h 51025"/>
                  <a:gd name="connsiteX8" fmla="*/ 25792 w 52930"/>
                  <a:gd name="connsiteY8" fmla="*/ 44983 h 51025"/>
                  <a:gd name="connsiteX9" fmla="*/ 26689 w 52930"/>
                  <a:gd name="connsiteY9" fmla="*/ 40955 h 51025"/>
                  <a:gd name="connsiteX10" fmla="*/ 28035 w 52930"/>
                  <a:gd name="connsiteY10" fmla="*/ 36255 h 51025"/>
                  <a:gd name="connsiteX11" fmla="*/ 29381 w 52930"/>
                  <a:gd name="connsiteY11" fmla="*/ 32227 h 51025"/>
                  <a:gd name="connsiteX12" fmla="*/ 30278 w 52930"/>
                  <a:gd name="connsiteY12" fmla="*/ 28870 h 51025"/>
                  <a:gd name="connsiteX13" fmla="*/ 41492 w 52930"/>
                  <a:gd name="connsiteY13" fmla="*/ 0 h 51025"/>
                  <a:gd name="connsiteX14" fmla="*/ 52930 w 52930"/>
                  <a:gd name="connsiteY14" fmla="*/ 0 h 51025"/>
                  <a:gd name="connsiteX15" fmla="*/ 52930 w 52930"/>
                  <a:gd name="connsiteY15" fmla="*/ 50578 h 51025"/>
                  <a:gd name="connsiteX16" fmla="*/ 45080 w 52930"/>
                  <a:gd name="connsiteY16" fmla="*/ 50578 h 51025"/>
                  <a:gd name="connsiteX17" fmla="*/ 45080 w 52930"/>
                  <a:gd name="connsiteY17" fmla="*/ 5371 h 51025"/>
                  <a:gd name="connsiteX18" fmla="*/ 45529 w 52930"/>
                  <a:gd name="connsiteY18" fmla="*/ 5371 h 51025"/>
                  <a:gd name="connsiteX19" fmla="*/ 44183 w 52930"/>
                  <a:gd name="connsiteY19" fmla="*/ 10518 h 51025"/>
                  <a:gd name="connsiteX20" fmla="*/ 42838 w 52930"/>
                  <a:gd name="connsiteY20" fmla="*/ 15666 h 51025"/>
                  <a:gd name="connsiteX21" fmla="*/ 41492 w 52930"/>
                  <a:gd name="connsiteY21" fmla="*/ 20365 h 51025"/>
                  <a:gd name="connsiteX22" fmla="*/ 40146 w 52930"/>
                  <a:gd name="connsiteY22" fmla="*/ 23722 h 51025"/>
                  <a:gd name="connsiteX23" fmla="*/ 30054 w 52930"/>
                  <a:gd name="connsiteY23" fmla="*/ 51026 h 51025"/>
                  <a:gd name="connsiteX24" fmla="*/ 23549 w 52930"/>
                  <a:gd name="connsiteY24" fmla="*/ 51026 h 51025"/>
                  <a:gd name="connsiteX25" fmla="*/ 13008 w 52930"/>
                  <a:gd name="connsiteY25" fmla="*/ 23722 h 51025"/>
                  <a:gd name="connsiteX26" fmla="*/ 11663 w 52930"/>
                  <a:gd name="connsiteY26" fmla="*/ 20365 h 51025"/>
                  <a:gd name="connsiteX27" fmla="*/ 10317 w 52930"/>
                  <a:gd name="connsiteY27" fmla="*/ 15666 h 51025"/>
                  <a:gd name="connsiteX28" fmla="*/ 8971 w 52930"/>
                  <a:gd name="connsiteY28" fmla="*/ 10518 h 51025"/>
                  <a:gd name="connsiteX29" fmla="*/ 6953 w 52930"/>
                  <a:gd name="connsiteY29" fmla="*/ 5371 h 51025"/>
                  <a:gd name="connsiteX30" fmla="*/ 7401 w 52930"/>
                  <a:gd name="connsiteY30" fmla="*/ 5371 h 51025"/>
                  <a:gd name="connsiteX31" fmla="*/ 7401 w 52930"/>
                  <a:gd name="connsiteY31" fmla="*/ 50578 h 51025"/>
                  <a:gd name="connsiteX32" fmla="*/ 0 w 52930"/>
                  <a:gd name="connsiteY32" fmla="*/ 50578 h 51025"/>
                  <a:gd name="connsiteX33" fmla="*/ 897 w 52930"/>
                  <a:gd name="connsiteY33" fmla="*/ 50578 h 51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930" h="51025">
                    <a:moveTo>
                      <a:pt x="673" y="50578"/>
                    </a:moveTo>
                    <a:lnTo>
                      <a:pt x="673" y="0"/>
                    </a:lnTo>
                    <a:lnTo>
                      <a:pt x="12111" y="0"/>
                    </a:lnTo>
                    <a:lnTo>
                      <a:pt x="23325" y="28870"/>
                    </a:lnTo>
                    <a:cubicBezTo>
                      <a:pt x="23325" y="29765"/>
                      <a:pt x="23774" y="30884"/>
                      <a:pt x="24222" y="32227"/>
                    </a:cubicBezTo>
                    <a:cubicBezTo>
                      <a:pt x="24671" y="33569"/>
                      <a:pt x="25119" y="34912"/>
                      <a:pt x="25568" y="36255"/>
                    </a:cubicBezTo>
                    <a:cubicBezTo>
                      <a:pt x="26017" y="37598"/>
                      <a:pt x="26465" y="39612"/>
                      <a:pt x="26914" y="40955"/>
                    </a:cubicBezTo>
                    <a:cubicBezTo>
                      <a:pt x="27362" y="42297"/>
                      <a:pt x="27811" y="43640"/>
                      <a:pt x="27811" y="44983"/>
                    </a:cubicBezTo>
                    <a:lnTo>
                      <a:pt x="25792" y="44983"/>
                    </a:lnTo>
                    <a:cubicBezTo>
                      <a:pt x="25792" y="44088"/>
                      <a:pt x="26241" y="42745"/>
                      <a:pt x="26689" y="40955"/>
                    </a:cubicBezTo>
                    <a:cubicBezTo>
                      <a:pt x="27138" y="39164"/>
                      <a:pt x="27586" y="38269"/>
                      <a:pt x="28035" y="36255"/>
                    </a:cubicBezTo>
                    <a:cubicBezTo>
                      <a:pt x="28484" y="34241"/>
                      <a:pt x="28932" y="33569"/>
                      <a:pt x="29381" y="32227"/>
                    </a:cubicBezTo>
                    <a:cubicBezTo>
                      <a:pt x="29829" y="30884"/>
                      <a:pt x="30278" y="29989"/>
                      <a:pt x="30278" y="28870"/>
                    </a:cubicBezTo>
                    <a:lnTo>
                      <a:pt x="41492" y="0"/>
                    </a:lnTo>
                    <a:lnTo>
                      <a:pt x="52930" y="0"/>
                    </a:lnTo>
                    <a:lnTo>
                      <a:pt x="52930" y="50578"/>
                    </a:lnTo>
                    <a:lnTo>
                      <a:pt x="45080" y="50578"/>
                    </a:lnTo>
                    <a:lnTo>
                      <a:pt x="45080" y="5371"/>
                    </a:lnTo>
                    <a:lnTo>
                      <a:pt x="45529" y="5371"/>
                    </a:lnTo>
                    <a:cubicBezTo>
                      <a:pt x="45529" y="7385"/>
                      <a:pt x="44632" y="8728"/>
                      <a:pt x="44183" y="10518"/>
                    </a:cubicBezTo>
                    <a:cubicBezTo>
                      <a:pt x="43735" y="12309"/>
                      <a:pt x="43286" y="13875"/>
                      <a:pt x="42838" y="15666"/>
                    </a:cubicBezTo>
                    <a:cubicBezTo>
                      <a:pt x="42389" y="17456"/>
                      <a:pt x="41940" y="19023"/>
                      <a:pt x="41492" y="20365"/>
                    </a:cubicBezTo>
                    <a:cubicBezTo>
                      <a:pt x="41043" y="21708"/>
                      <a:pt x="40595" y="22603"/>
                      <a:pt x="40146" y="23722"/>
                    </a:cubicBezTo>
                    <a:lnTo>
                      <a:pt x="30054" y="51026"/>
                    </a:lnTo>
                    <a:lnTo>
                      <a:pt x="23549" y="51026"/>
                    </a:lnTo>
                    <a:lnTo>
                      <a:pt x="13008" y="23722"/>
                    </a:lnTo>
                    <a:cubicBezTo>
                      <a:pt x="13008" y="22827"/>
                      <a:pt x="12111" y="21708"/>
                      <a:pt x="11663" y="20365"/>
                    </a:cubicBezTo>
                    <a:cubicBezTo>
                      <a:pt x="11214" y="19023"/>
                      <a:pt x="10765" y="17680"/>
                      <a:pt x="10317" y="15666"/>
                    </a:cubicBezTo>
                    <a:cubicBezTo>
                      <a:pt x="9868" y="13652"/>
                      <a:pt x="9420" y="12309"/>
                      <a:pt x="8971" y="10518"/>
                    </a:cubicBezTo>
                    <a:cubicBezTo>
                      <a:pt x="8523" y="8728"/>
                      <a:pt x="8074" y="6714"/>
                      <a:pt x="6953" y="5371"/>
                    </a:cubicBezTo>
                    <a:lnTo>
                      <a:pt x="7401" y="5371"/>
                    </a:lnTo>
                    <a:lnTo>
                      <a:pt x="7401" y="50578"/>
                    </a:lnTo>
                    <a:lnTo>
                      <a:pt x="0" y="50578"/>
                    </a:lnTo>
                    <a:lnTo>
                      <a:pt x="897" y="50578"/>
                    </a:lnTo>
                    <a:close/>
                  </a:path>
                </a:pathLst>
              </a:custGeom>
              <a:grpFill/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9ED27D-F48E-F172-A939-3768458E45A8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9BBF092-266F-1EDA-8BFD-BF5F829A761A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3ABA349-E23D-5B4E-7736-25E6A7BD390A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01056518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AD224696-18FD-4802-5DCE-75B1926BD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078198"/>
            <a:ext cx="3474720" cy="500588"/>
          </a:xfrm>
          <a:prstGeom prst="rect">
            <a:avLst/>
          </a:prstGeom>
        </p:spPr>
        <p:txBody>
          <a:bodyPr lIns="0" tIns="0" bIns="0" anchor="b" anchorCtr="0">
            <a:noAutofit/>
          </a:bodyPr>
          <a:lstStyle>
            <a:lvl1pPr algn="l">
              <a:lnSpc>
                <a:spcPct val="85000"/>
              </a:lnSpc>
              <a:defRPr sz="36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Today’s meeting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BE2925B0-E16A-722F-7811-439D97F680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611462"/>
            <a:ext cx="3067730" cy="363596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4254497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2" y="2132671"/>
            <a:ext cx="8077352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3FB43D-1ACE-8C36-38EE-E9EE94A5FC03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04C6BB5-DBFD-EEA4-12AC-42C2BA40069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69FDE5E-3D0B-5891-D3AC-DCEB2F2FCEFC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F019944-DBBB-74D8-295F-197EDDC8DB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70546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1141180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-one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1DCE-0DD0-72FB-6EAA-5518C003A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314" y="246888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FBD07490-B5F3-6F35-E08D-E641DC2D35A7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257175" y="1789270"/>
            <a:ext cx="1289304" cy="128930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B6E065-57B3-FBB1-D1CD-91B1FBF28D04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88A6A68-1AD5-80C4-74B3-B0C89CBE01C8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2BF8218-D55F-E0D3-DD9F-3A8ECA70D5E5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5F9F353-17FE-2E76-9ECB-EB8222FC4B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60973" y="2096086"/>
            <a:ext cx="3725961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98DA2F7-2A87-604C-C929-74B27B654A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60973" y="2415241"/>
            <a:ext cx="3725961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008C5C4-A08F-12B6-4F55-D19A42F9C8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60973" y="2686838"/>
            <a:ext cx="3725961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solidFill>
                  <a:srgbClr val="0070C0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Add email</a:t>
            </a:r>
          </a:p>
        </p:txBody>
      </p:sp>
    </p:spTree>
    <p:extLst>
      <p:ext uri="{BB962C8B-B14F-4D97-AF65-F5344CB8AC3E}">
        <p14:creationId xmlns:p14="http://schemas.microsoft.com/office/powerpoint/2010/main" val="406904868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kaer-two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9">
            <a:extLst>
              <a:ext uri="{FF2B5EF4-FFF2-40B4-BE49-F238E27FC236}">
                <a16:creationId xmlns:a16="http://schemas.microsoft.com/office/drawing/2014/main" id="{5B837482-908E-9F1C-2C71-703874031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55010" y="1790236"/>
            <a:ext cx="1289304" cy="128930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3" name="Picture Placeholder 29">
            <a:extLst>
              <a:ext uri="{FF2B5EF4-FFF2-40B4-BE49-F238E27FC236}">
                <a16:creationId xmlns:a16="http://schemas.microsoft.com/office/drawing/2014/main" id="{6BD45F1B-580C-4B45-0F2C-2C2C2E76DDB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855639" y="1790236"/>
            <a:ext cx="1289304" cy="128930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CD333B-B9BA-A63B-0C93-8D6B56183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029DE8-BE20-FA06-93B2-993554EBD015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69E3F3-7B5D-1D9A-DF5E-3E95E7E5B55B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9FA8723-9A42-36DA-1C54-A0180902EFCE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CF959A1-231E-B7B3-22B8-F9FBEC17F5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60973" y="2096086"/>
            <a:ext cx="2811027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C209A3-E0AB-20F0-B5B5-2879F3E20C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60973" y="2415241"/>
            <a:ext cx="2811027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CE595AC-7F1D-BD4C-F1CC-25698C2723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60973" y="2686838"/>
            <a:ext cx="2811027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solidFill>
                  <a:srgbClr val="0070C0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Add email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C015FD4-CC70-5324-334D-1138EFF96E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53341" y="2096086"/>
            <a:ext cx="2535650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6930DC6-9F2F-56E5-7F6F-DA5C2837CB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3341" y="2415241"/>
            <a:ext cx="2535650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AD5D4F-BEC6-3622-FCDF-DB967B4E93D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341" y="2686838"/>
            <a:ext cx="2535650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solidFill>
                  <a:srgbClr val="0070C0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Add email</a:t>
            </a:r>
          </a:p>
        </p:txBody>
      </p:sp>
    </p:spTree>
    <p:extLst>
      <p:ext uri="{BB962C8B-B14F-4D97-AF65-F5344CB8AC3E}">
        <p14:creationId xmlns:p14="http://schemas.microsoft.com/office/powerpoint/2010/main" val="8446261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photos-names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9">
            <a:extLst>
              <a:ext uri="{FF2B5EF4-FFF2-40B4-BE49-F238E27FC236}">
                <a16:creationId xmlns:a16="http://schemas.microsoft.com/office/drawing/2014/main" id="{16DACB32-0B63-8C8F-00A5-5F20EEED5C5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24154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2F8E37AF-FB95-2B88-92FD-0A4D852C017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78851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592273F7-AECC-78F4-C053-E6FF5D0EE03F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433549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20DA97E-80DB-00D4-5F54-050E95CA2B27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688246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8" name="Picture Placeholder 29">
            <a:extLst>
              <a:ext uri="{FF2B5EF4-FFF2-40B4-BE49-F238E27FC236}">
                <a16:creationId xmlns:a16="http://schemas.microsoft.com/office/drawing/2014/main" id="{809CEB1E-8EFD-AEAD-B64C-344853C6A4C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5942944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9" name="Picture Placeholder 29">
            <a:extLst>
              <a:ext uri="{FF2B5EF4-FFF2-40B4-BE49-F238E27FC236}">
                <a16:creationId xmlns:a16="http://schemas.microsoft.com/office/drawing/2014/main" id="{FF840F22-EF0A-A84B-95A5-F4106F8B7BB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7197640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40" name="Picture Placeholder 29">
            <a:extLst>
              <a:ext uri="{FF2B5EF4-FFF2-40B4-BE49-F238E27FC236}">
                <a16:creationId xmlns:a16="http://schemas.microsoft.com/office/drawing/2014/main" id="{DAA59AC9-70AF-B5E2-0EE8-EFCE5162832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924154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3" name="Picture Placeholder 29">
            <a:extLst>
              <a:ext uri="{FF2B5EF4-FFF2-40B4-BE49-F238E27FC236}">
                <a16:creationId xmlns:a16="http://schemas.microsoft.com/office/drawing/2014/main" id="{04A2D5C9-1687-E469-5140-16763B9849D8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2178851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4" name="Picture Placeholder 29">
            <a:extLst>
              <a:ext uri="{FF2B5EF4-FFF2-40B4-BE49-F238E27FC236}">
                <a16:creationId xmlns:a16="http://schemas.microsoft.com/office/drawing/2014/main" id="{87A04BCD-8599-1653-F73F-2675ABBA7FB1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3433549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5" name="Picture Placeholder 29">
            <a:extLst>
              <a:ext uri="{FF2B5EF4-FFF2-40B4-BE49-F238E27FC236}">
                <a16:creationId xmlns:a16="http://schemas.microsoft.com/office/drawing/2014/main" id="{C330DA1E-192E-CC6A-856F-70CE002CED6F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4688246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63" name="Picture Placeholder 29">
            <a:extLst>
              <a:ext uri="{FF2B5EF4-FFF2-40B4-BE49-F238E27FC236}">
                <a16:creationId xmlns:a16="http://schemas.microsoft.com/office/drawing/2014/main" id="{C1FEBCE4-7193-08BD-2F8B-31E379FC9E4B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5942944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64" name="Picture Placeholder 29">
            <a:extLst>
              <a:ext uri="{FF2B5EF4-FFF2-40B4-BE49-F238E27FC236}">
                <a16:creationId xmlns:a16="http://schemas.microsoft.com/office/drawing/2014/main" id="{08CA4029-B2C1-F256-F946-50AAFE071A13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7197640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8D019D-B92C-2E0D-CCBB-0A3204D8F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1288FA2-470B-EA35-5083-8619B599422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1230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03D4D02-0233-7A08-BC8A-66DE0EFF82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054267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81E6CA07-6818-BBEE-5C08-36D792040D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17304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C5E69BAD-BFA7-78B0-6024-AD6602BFEA4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80341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44B34612-70C9-0C77-8B1A-3489893F57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43377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26EBAC9F-6D09-642B-AF02-A0998F2EC4E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84982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4ED46B8-837B-4076-957C-0D6E4F0E0D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89823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3BB6581A-619F-B673-8663-18717C19303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52859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049788FB-CB5C-9E86-8B99-4B2B692BB99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15896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E02A594-A97C-E644-D487-CB196609761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8933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6DFA8483-9A85-910C-94B9-96B3F09F97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41970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C11A8B5-8E85-50DB-F143-8DE68DB94CF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083574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</p:spTree>
    <p:extLst>
      <p:ext uri="{BB962C8B-B14F-4D97-AF65-F5344CB8AC3E}">
        <p14:creationId xmlns:p14="http://schemas.microsoft.com/office/powerpoint/2010/main" val="363640513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photos-names-ligh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2F8E37AF-FB95-2B88-92FD-0A4D852C017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78851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592273F7-AECC-78F4-C053-E6FF5D0EE03F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433549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20DA97E-80DB-00D4-5F54-050E95CA2B27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688246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8" name="Picture Placeholder 29">
            <a:extLst>
              <a:ext uri="{FF2B5EF4-FFF2-40B4-BE49-F238E27FC236}">
                <a16:creationId xmlns:a16="http://schemas.microsoft.com/office/drawing/2014/main" id="{809CEB1E-8EFD-AEAD-B64C-344853C6A4C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5942944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3" name="Picture Placeholder 29">
            <a:extLst>
              <a:ext uri="{FF2B5EF4-FFF2-40B4-BE49-F238E27FC236}">
                <a16:creationId xmlns:a16="http://schemas.microsoft.com/office/drawing/2014/main" id="{04A2D5C9-1687-E469-5140-16763B9849D8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2178851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4" name="Picture Placeholder 29">
            <a:extLst>
              <a:ext uri="{FF2B5EF4-FFF2-40B4-BE49-F238E27FC236}">
                <a16:creationId xmlns:a16="http://schemas.microsoft.com/office/drawing/2014/main" id="{87A04BCD-8599-1653-F73F-2675ABBA7FB1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3433549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5" name="Picture Placeholder 29">
            <a:extLst>
              <a:ext uri="{FF2B5EF4-FFF2-40B4-BE49-F238E27FC236}">
                <a16:creationId xmlns:a16="http://schemas.microsoft.com/office/drawing/2014/main" id="{C330DA1E-192E-CC6A-856F-70CE002CED6F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4688246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63" name="Picture Placeholder 29">
            <a:extLst>
              <a:ext uri="{FF2B5EF4-FFF2-40B4-BE49-F238E27FC236}">
                <a16:creationId xmlns:a16="http://schemas.microsoft.com/office/drawing/2014/main" id="{C1FEBCE4-7193-08BD-2F8B-31E379FC9E4B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5942944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BC9E04B-693A-B5C6-2691-CF76EA293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643CF7-5E63-97AB-ACB3-D896C9C1A7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57451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68F3CC3-0EA0-6B21-1990-FA2A3EA21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20488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CAE942D-19A8-4B3A-8B17-1B3DC9FFA9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83525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17AAECBB-93C1-D9D4-56DB-8EE0453ABD2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25130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916616BE-27F3-2921-67D4-C1C8DA89DC2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056044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B4BB7EC4-0E7B-B564-4D79-A3A049FAFA7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19081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AF8D4C37-95BB-473A-6B77-B83AB8DF91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2117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25FA299-8002-D5E7-6868-F1773FA63C3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23722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</p:spTree>
    <p:extLst>
      <p:ext uri="{BB962C8B-B14F-4D97-AF65-F5344CB8AC3E}">
        <p14:creationId xmlns:p14="http://schemas.microsoft.com/office/powerpoint/2010/main" val="8138994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67966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1746861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yebrow-text-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</p:spTree>
    <p:extLst>
      <p:ext uri="{BB962C8B-B14F-4D97-AF65-F5344CB8AC3E}">
        <p14:creationId xmlns:p14="http://schemas.microsoft.com/office/powerpoint/2010/main" val="35739282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no-title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617419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-launch-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4344104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788670"/>
            <a:ext cx="4344104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433911-1BAD-5A85-68A3-752D99083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5787" y="1636460"/>
            <a:ext cx="1143705" cy="502694"/>
          </a:xfrm>
          <a:prstGeom prst="roundRect">
            <a:avLst/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 spc="-15" baseline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47DBCC8-8CD9-CA0B-997C-462A7FEC23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35787" y="2631085"/>
            <a:ext cx="1143705" cy="502694"/>
          </a:xfrm>
          <a:prstGeom prst="roundRect">
            <a:avLst/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DD6E3BA-611F-FB9C-26EB-91531E3D3F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5787" y="3625711"/>
            <a:ext cx="1143705" cy="502694"/>
          </a:xfrm>
          <a:prstGeom prst="roundRect">
            <a:avLst/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3B5DC2F-53FC-79F1-D736-3B24E5C889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84014" y="828718"/>
            <a:ext cx="980694" cy="502694"/>
          </a:xfrm>
          <a:prstGeom prst="roundRect">
            <a:avLst/>
          </a:prstGeom>
          <a:solidFill>
            <a:schemeClr val="accent1"/>
          </a:solidFill>
        </p:spPr>
        <p:txBody>
          <a:bodyPr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74C97A3-0765-D595-FE30-318B3F4644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84014" y="3702000"/>
            <a:ext cx="980694" cy="502694"/>
          </a:xfrm>
          <a:prstGeom prst="roundRect">
            <a:avLst/>
          </a:prstGeom>
          <a:solidFill>
            <a:schemeClr val="accent1"/>
          </a:solidFill>
        </p:spPr>
        <p:txBody>
          <a:bodyPr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CC1A0C-2104-8F0D-EBEE-878DC686E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6114" y="4274272"/>
            <a:ext cx="1043561" cy="2499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 u="sng">
                <a:solidFill>
                  <a:srgbClr val="0070C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Doc link here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557C10-5494-5BD8-B5BE-16D252FDEA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19674" y="315398"/>
            <a:ext cx="3067151" cy="1529334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90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Make first words bold and purple, then black.</a:t>
            </a:r>
          </a:p>
        </p:txBody>
      </p:sp>
    </p:spTree>
    <p:extLst>
      <p:ext uri="{BB962C8B-B14F-4D97-AF65-F5344CB8AC3E}">
        <p14:creationId xmlns:p14="http://schemas.microsoft.com/office/powerpoint/2010/main" val="102201424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-launch-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245A42A-73B5-6827-27AC-880D6270E2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5787" y="1636460"/>
            <a:ext cx="1143705" cy="329184"/>
          </a:xfrm>
          <a:prstGeom prst="roundRect">
            <a:avLst>
              <a:gd name="adj" fmla="val 19686"/>
            </a:avLst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 spc="-15" baseline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0630D2A-861D-A836-4D87-A2F97608DA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5787" y="2631086"/>
            <a:ext cx="1143705" cy="329184"/>
          </a:xfrm>
          <a:prstGeom prst="roundRect">
            <a:avLst>
              <a:gd name="adj" fmla="val 21196"/>
            </a:avLst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7411E72-BC28-2990-1945-4B080CBC04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5787" y="3625711"/>
            <a:ext cx="1143705" cy="329184"/>
          </a:xfrm>
          <a:prstGeom prst="roundRect">
            <a:avLst>
              <a:gd name="adj" fmla="val 19686"/>
            </a:avLst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1181911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ext-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F1330-9A94-B9C9-CE20-904196481AAE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5D2902-7855-348C-5345-4709C8CB247D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E1C74D8-6F0F-DDA3-FA36-B1B256E8CF83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DB28115E-2473-B6FE-728B-AB889A6B4C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588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2190BF-868B-A997-3A31-8A91310F03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8455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4AA7A6A-7317-3AC8-232E-54FF0B7D9D2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79213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FE0265-CEA1-45F9-73DE-541DDC7EF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D10C46-B69F-D0A0-CB5C-0596F5120D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B75C8E2-0B58-2F38-AA31-074D253516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17144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A4972A1-4024-D63E-5368-2E7331218B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84011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3B95330E-E38A-B6A6-BADC-845F1624E6DF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3574769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F402E0B-4A54-17AF-F4BA-D28E87D45A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12700" y="1512280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BE63087-FEF7-8B04-C53F-C0613F604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79567" y="2577231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42">
            <a:extLst>
              <a:ext uri="{FF2B5EF4-FFF2-40B4-BE49-F238E27FC236}">
                <a16:creationId xmlns:a16="http://schemas.microsoft.com/office/drawing/2014/main" id="{CDC221E1-64BF-FD78-A327-14E05347C211}"/>
              </a:ext>
            </a:extLst>
          </p:cNvPr>
          <p:cNvSpPr>
            <a:spLocks noGrp="1" noChangeAspect="1"/>
          </p:cNvSpPr>
          <p:nvPr>
            <p:ph type="body" sz="quarter" idx="44" hasCustomPrompt="1"/>
          </p:nvPr>
        </p:nvSpPr>
        <p:spPr>
          <a:xfrm>
            <a:off x="6070325" y="1742099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33522591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-left-text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05E5E2D-B1BC-E11C-35F7-714B71ED5CF0}"/>
              </a:ext>
            </a:extLst>
          </p:cNvPr>
          <p:cNvGrpSpPr/>
          <p:nvPr/>
        </p:nvGrpSpPr>
        <p:grpSpPr>
          <a:xfrm>
            <a:off x="7162800" y="4242979"/>
            <a:ext cx="1883556" cy="1504491"/>
            <a:chOff x="8107686" y="3508443"/>
            <a:chExt cx="3957010" cy="316066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DA50D7-D90B-4095-4C6E-DDA71812CED5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B5F18A3-9641-39F2-4BCA-A30FEE2C1D25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65DEF08E-3CC6-0C91-7E08-86016754719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5787" y="1428078"/>
            <a:ext cx="3286731" cy="2793335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55448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50" b="0" i="0">
                <a:solidFill>
                  <a:schemeClr val="accent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83531A-AA96-44AC-74CD-2BAAA14D5E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1282" y="1550174"/>
            <a:ext cx="4731434" cy="26743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add text and make key words bold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CD32E8F-E771-C016-590B-D5DCA7D4A6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198" y="1660240"/>
            <a:ext cx="2884831" cy="44288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Headline here position as </a:t>
            </a:r>
            <a:br>
              <a:rPr lang="en-US"/>
            </a:br>
            <a:r>
              <a:rPr lang="en-US"/>
              <a:t>needed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281D718-3E42-E724-77DC-1D1E18DEAA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4426" y="2292270"/>
            <a:ext cx="2884830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CD5E344-5458-D40D-5625-684385091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AC28206-043C-AC78-DB70-85535CEC57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145996868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on-upcoming-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FB1AAE3-9329-B86B-0094-41EE783DC5BF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89C684A-D161-0634-BBFB-A4828092D2B1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2C149C2-0247-4402-A934-A478661D82EF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65DEF08E-3CC6-0C91-7E08-86016754719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3184" y="1372809"/>
            <a:ext cx="7366236" cy="2793335"/>
          </a:xfrm>
          <a:prstGeom prst="roundRect">
            <a:avLst>
              <a:gd name="adj" fmla="val 7119"/>
            </a:avLst>
          </a:prstGeom>
          <a:solidFill>
            <a:schemeClr val="accent1"/>
          </a:solidFill>
        </p:spPr>
        <p:txBody>
          <a:bodyPr lIns="137160" tIns="155448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50" b="0" i="0">
                <a:solidFill>
                  <a:schemeClr val="accent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CD32E8F-E771-C016-590B-D5DCA7D4A6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7344" y="1622140"/>
            <a:ext cx="6826142" cy="34953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rgbClr val="FF8B0B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Headline here position as needed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281D718-3E42-E724-77DC-1D1E18DEAA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9571" y="2206545"/>
            <a:ext cx="6824099" cy="1698705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CD5E344-5458-D40D-5625-684385091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AC28206-043C-AC78-DB70-85535CEC57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18519676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DAA253D-A64A-D012-57BE-BC0B067200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9518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1F702E3-6CCA-F848-5992-9912052B2C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5833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34E067E-7547-1093-4A9C-551BCB3638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47949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9654D24A-7DC1-C0EA-03BE-E8C27EE62A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13187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1EEC6F3-EC9D-21F6-8774-9C9F4CFE2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56380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81D94AB-1BF9-22EC-A5D0-4BE1BED492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9971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8875671-8D1C-3316-DCEC-E4494B0258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64811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3F4D3FA9-9EA5-B792-92FA-49F26C1436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25873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1878CF-A405-4F4F-E675-DB5FA98C2F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5242" y="4010641"/>
            <a:ext cx="4955085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38" b="0" i="0">
                <a:solidFill>
                  <a:schemeClr val="tx1"/>
                </a:solidFill>
                <a:latin typeface="Segoe UI" panose="020B0502040204020203" pitchFamily="34" charset="0"/>
                <a:ea typeface="Frank Ruhl Libre Light" pitchFamily="2" charset="-79"/>
                <a:cs typeface="Segoe UI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69456-50FF-AA5D-86BB-F491AD26F8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414C491-30E6-DE6E-67B9-0E5B04F68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7862298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-prior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1F702E3-6CCA-F848-5992-9912052B2C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690" y="1092783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696899-DC87-0B0F-A910-91272F2A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96" y="246888"/>
            <a:ext cx="7241879" cy="424896"/>
          </a:xfrm>
          <a:prstGeom prst="rect">
            <a:avLst/>
          </a:prstGeom>
        </p:spPr>
        <p:txBody>
          <a:bodyPr lIns="0" t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0124567-CC60-278A-9A1C-91EFC7242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1878CF-A405-4F4F-E675-DB5FA98C2F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98629" y="1092782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995E575C-CF52-EA7F-A717-19647DC896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8690" y="1817738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1D08D0B-0C8D-2AC1-84DE-DA976C4B96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98629" y="1817738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8" name="Text Placeholder 39">
            <a:extLst>
              <a:ext uri="{FF2B5EF4-FFF2-40B4-BE49-F238E27FC236}">
                <a16:creationId xmlns:a16="http://schemas.microsoft.com/office/drawing/2014/main" id="{82880CEF-0503-B6D8-640E-190AEA738E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8690" y="2542694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5B4971E-20FB-2CD0-A54C-A807C3C0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8629" y="2542694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8C29B0A7-3572-6A4A-72AD-0F42C836ED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8690" y="3267649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5DF90C0-BA2E-14B3-9699-0E9901995D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8629" y="3267650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AEFD6A7-0ADA-8D96-A554-610D15DFDD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690" y="3992605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0114FD4-3CDF-7B10-8C1C-3BC74F7F2CF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98629" y="3992605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20" name="Text Placeholder 42">
            <a:extLst>
              <a:ext uri="{FF2B5EF4-FFF2-40B4-BE49-F238E27FC236}">
                <a16:creationId xmlns:a16="http://schemas.microsoft.com/office/drawing/2014/main" id="{13CC90BD-C898-B1A6-98B1-A2FAFC84737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71392" y="1234498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1" name="Text Placeholder 42">
            <a:extLst>
              <a:ext uri="{FF2B5EF4-FFF2-40B4-BE49-F238E27FC236}">
                <a16:creationId xmlns:a16="http://schemas.microsoft.com/office/drawing/2014/main" id="{F866494C-9DAB-331F-B595-CC34FAB61057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71392" y="1959454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2" name="Text Placeholder 42">
            <a:extLst>
              <a:ext uri="{FF2B5EF4-FFF2-40B4-BE49-F238E27FC236}">
                <a16:creationId xmlns:a16="http://schemas.microsoft.com/office/drawing/2014/main" id="{CC675BFD-6FBF-56C0-FA01-FB9AB356D3C2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71392" y="2684410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DA32A2B2-95DB-7A8A-D3A9-3E93CAEA933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571392" y="3409366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AEEA947B-94B0-97CA-0257-9197FA1F283C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571392" y="4134320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38711483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-and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178AED-80E1-44D1-9BB8-E934DD0F3A57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F03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A952CE5-F478-C474-480E-AD1483A6D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4083" y="1796040"/>
            <a:ext cx="3839766" cy="194770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3AAB4D3-F9FC-B17A-6DB4-315C9A2195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94685" y="1051323"/>
            <a:ext cx="3293269" cy="2928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None/>
              <a:defRPr sz="1575" b="0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6439C6A8-06DF-3C88-1E1C-9BA196D60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94685" y="1796039"/>
            <a:ext cx="3293269" cy="229613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bg1"/>
                </a:solidFill>
                <a:latin typeface="Segoe UI Semilight" panose="020B0402040204020203" pitchFamily="34" charset="0"/>
                <a:ea typeface="Frank Ruhl Libre SemiBold" pitchFamily="2" charset="-79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5F1B4E3-0A25-303A-C184-5937E93097BA}"/>
              </a:ext>
            </a:extLst>
          </p:cNvPr>
          <p:cNvSpPr txBox="1">
            <a:spLocks/>
          </p:cNvSpPr>
          <p:nvPr/>
        </p:nvSpPr>
        <p:spPr>
          <a:xfrm>
            <a:off x="1118199" y="4798219"/>
            <a:ext cx="245198" cy="273844"/>
          </a:xfrm>
          <a:prstGeom prst="rect">
            <a:avLst/>
          </a:prstGeom>
        </p:spPr>
        <p:txBody>
          <a:bodyPr lIns="0" rIns="0"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033526-7EAE-0240-A355-398D6C24AC1D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egoe UI Semilight" panose="020B0402040204020203" pitchFamily="34" charset="0"/>
              <a:ea typeface="+mn-ea"/>
              <a:cs typeface="Segoe UI Semilight" panose="020B0402040204020203" pitchFamily="34" charset="0"/>
            </a:endParaRPr>
          </a:p>
        </p:txBody>
      </p:sp>
      <p:sp>
        <p:nvSpPr>
          <p:cNvPr id="11" name="Google Shape;24;p11">
            <a:extLst>
              <a:ext uri="{FF2B5EF4-FFF2-40B4-BE49-F238E27FC236}">
                <a16:creationId xmlns:a16="http://schemas.microsoft.com/office/drawing/2014/main" id="{76CE8BD1-70BD-2CF4-7B41-C3FDE4ADCF31}"/>
              </a:ext>
            </a:extLst>
          </p:cNvPr>
          <p:cNvSpPr txBox="1"/>
          <p:nvPr/>
        </p:nvSpPr>
        <p:spPr>
          <a:xfrm>
            <a:off x="1439875" y="4888975"/>
            <a:ext cx="2457944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933"/>
              <a:buFont typeface="Proxima Nova"/>
              <a:buNone/>
              <a:defRPr/>
            </a:pP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CF45B2-3B79-79CE-97BF-0F562E7D46E4}"/>
              </a:ext>
            </a:extLst>
          </p:cNvPr>
          <p:cNvGrpSpPr>
            <a:grpSpLocks noChangeAspect="1"/>
          </p:cNvGrpSpPr>
          <p:nvPr/>
        </p:nvGrpSpPr>
        <p:grpSpPr>
          <a:xfrm>
            <a:off x="229335" y="4877068"/>
            <a:ext cx="847753" cy="144018"/>
            <a:chOff x="552456" y="6831805"/>
            <a:chExt cx="1147961" cy="195018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23BB60C-7E0E-8BA3-EB80-095119791683}"/>
                </a:ext>
              </a:extLst>
            </p:cNvPr>
            <p:cNvSpPr/>
            <p:nvPr/>
          </p:nvSpPr>
          <p:spPr>
            <a:xfrm>
              <a:off x="1568333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A43393C-C032-E6B9-AEBD-F31C85D51A5D}"/>
                </a:ext>
              </a:extLst>
            </p:cNvPr>
            <p:cNvSpPr/>
            <p:nvPr/>
          </p:nvSpPr>
          <p:spPr>
            <a:xfrm>
              <a:off x="1511198" y="6850923"/>
              <a:ext cx="42540" cy="103730"/>
            </a:xfrm>
            <a:custGeom>
              <a:avLst/>
              <a:gdLst>
                <a:gd name="connsiteX0" fmla="*/ 28964 w 42540"/>
                <a:gd name="connsiteY0" fmla="*/ 103731 h 103730"/>
                <a:gd name="connsiteX1" fmla="*/ 13237 w 42540"/>
                <a:gd name="connsiteY1" fmla="*/ 86311 h 103730"/>
                <a:gd name="connsiteX2" fmla="*/ 13237 w 42540"/>
                <a:gd name="connsiteY2" fmla="*/ 29411 h 103730"/>
                <a:gd name="connsiteX3" fmla="*/ 0 w 42540"/>
                <a:gd name="connsiteY3" fmla="*/ 29411 h 103730"/>
                <a:gd name="connsiteX4" fmla="*/ 0 w 42540"/>
                <a:gd name="connsiteY4" fmla="*/ 21832 h 103730"/>
                <a:gd name="connsiteX5" fmla="*/ 13237 w 42540"/>
                <a:gd name="connsiteY5" fmla="*/ 21832 h 103730"/>
                <a:gd name="connsiteX6" fmla="*/ 13237 w 42540"/>
                <a:gd name="connsiteY6" fmla="*/ 0 h 103730"/>
                <a:gd name="connsiteX7" fmla="*/ 22062 w 42540"/>
                <a:gd name="connsiteY7" fmla="*/ 0 h 103730"/>
                <a:gd name="connsiteX8" fmla="*/ 22062 w 42540"/>
                <a:gd name="connsiteY8" fmla="*/ 21832 h 103730"/>
                <a:gd name="connsiteX9" fmla="*/ 38241 w 42540"/>
                <a:gd name="connsiteY9" fmla="*/ 21832 h 103730"/>
                <a:gd name="connsiteX10" fmla="*/ 38241 w 42540"/>
                <a:gd name="connsiteY10" fmla="*/ 29411 h 103730"/>
                <a:gd name="connsiteX11" fmla="*/ 22062 w 42540"/>
                <a:gd name="connsiteY11" fmla="*/ 29411 h 103730"/>
                <a:gd name="connsiteX12" fmla="*/ 22062 w 42540"/>
                <a:gd name="connsiteY12" fmla="*/ 84953 h 103730"/>
                <a:gd name="connsiteX13" fmla="*/ 30321 w 42540"/>
                <a:gd name="connsiteY13" fmla="*/ 95926 h 103730"/>
                <a:gd name="connsiteX14" fmla="*/ 39259 w 42540"/>
                <a:gd name="connsiteY14" fmla="*/ 92080 h 103730"/>
                <a:gd name="connsiteX15" fmla="*/ 42540 w 42540"/>
                <a:gd name="connsiteY15" fmla="*/ 98641 h 103730"/>
                <a:gd name="connsiteX16" fmla="*/ 28964 w 42540"/>
                <a:gd name="connsiteY16" fmla="*/ 103618 h 103730"/>
                <a:gd name="connsiteX17" fmla="*/ 28964 w 42540"/>
                <a:gd name="connsiteY17" fmla="*/ 103618 h 10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540" h="103730">
                  <a:moveTo>
                    <a:pt x="28964" y="103731"/>
                  </a:moveTo>
                  <a:cubicBezTo>
                    <a:pt x="18329" y="103731"/>
                    <a:pt x="13237" y="97283"/>
                    <a:pt x="13237" y="86311"/>
                  </a:cubicBezTo>
                  <a:lnTo>
                    <a:pt x="13237" y="29411"/>
                  </a:lnTo>
                  <a:lnTo>
                    <a:pt x="0" y="29411"/>
                  </a:lnTo>
                  <a:lnTo>
                    <a:pt x="0" y="21832"/>
                  </a:lnTo>
                  <a:lnTo>
                    <a:pt x="13237" y="21832"/>
                  </a:lnTo>
                  <a:lnTo>
                    <a:pt x="13237" y="0"/>
                  </a:lnTo>
                  <a:lnTo>
                    <a:pt x="22062" y="0"/>
                  </a:lnTo>
                  <a:lnTo>
                    <a:pt x="22062" y="21832"/>
                  </a:lnTo>
                  <a:lnTo>
                    <a:pt x="38241" y="21832"/>
                  </a:lnTo>
                  <a:lnTo>
                    <a:pt x="38241" y="29411"/>
                  </a:lnTo>
                  <a:lnTo>
                    <a:pt x="22062" y="29411"/>
                  </a:lnTo>
                  <a:lnTo>
                    <a:pt x="22062" y="84953"/>
                  </a:lnTo>
                  <a:cubicBezTo>
                    <a:pt x="22062" y="91401"/>
                    <a:pt x="24664" y="95926"/>
                    <a:pt x="30321" y="95926"/>
                  </a:cubicBezTo>
                  <a:cubicBezTo>
                    <a:pt x="35978" y="95926"/>
                    <a:pt x="37449" y="94116"/>
                    <a:pt x="39259" y="92080"/>
                  </a:cubicBezTo>
                  <a:lnTo>
                    <a:pt x="42540" y="98641"/>
                  </a:lnTo>
                  <a:cubicBezTo>
                    <a:pt x="39372" y="101582"/>
                    <a:pt x="35639" y="103618"/>
                    <a:pt x="28964" y="103618"/>
                  </a:cubicBezTo>
                  <a:lnTo>
                    <a:pt x="28964" y="10361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7EECA53-98AC-560F-FF9C-20FCBD36ED08}"/>
                </a:ext>
              </a:extLst>
            </p:cNvPr>
            <p:cNvSpPr/>
            <p:nvPr/>
          </p:nvSpPr>
          <p:spPr>
            <a:xfrm>
              <a:off x="1487325" y="6842326"/>
              <a:ext cx="8598" cy="110405"/>
            </a:xfrm>
            <a:custGeom>
              <a:avLst/>
              <a:gdLst>
                <a:gd name="connsiteX0" fmla="*/ 0 w 8598"/>
                <a:gd name="connsiteY0" fmla="*/ 0 h 110405"/>
                <a:gd name="connsiteX1" fmla="*/ 8599 w 8598"/>
                <a:gd name="connsiteY1" fmla="*/ 0 h 110405"/>
                <a:gd name="connsiteX2" fmla="*/ 8599 w 8598"/>
                <a:gd name="connsiteY2" fmla="*/ 110405 h 110405"/>
                <a:gd name="connsiteX3" fmla="*/ 0 w 8598"/>
                <a:gd name="connsiteY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98" h="110405">
                  <a:moveTo>
                    <a:pt x="0" y="0"/>
                  </a:moveTo>
                  <a:lnTo>
                    <a:pt x="8599" y="0"/>
                  </a:lnTo>
                  <a:lnTo>
                    <a:pt x="8599" y="110405"/>
                  </a:lnTo>
                  <a:lnTo>
                    <a:pt x="0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66C1AA-BED3-8D58-CCB4-8086628FD001}"/>
                </a:ext>
              </a:extLst>
            </p:cNvPr>
            <p:cNvSpPr/>
            <p:nvPr/>
          </p:nvSpPr>
          <p:spPr>
            <a:xfrm>
              <a:off x="1396814" y="6871058"/>
              <a:ext cx="63697" cy="83708"/>
            </a:xfrm>
            <a:custGeom>
              <a:avLst/>
              <a:gdLst>
                <a:gd name="connsiteX0" fmla="*/ 30887 w 63697"/>
                <a:gd name="connsiteY0" fmla="*/ 76808 h 83708"/>
                <a:gd name="connsiteX1" fmla="*/ 55099 w 63697"/>
                <a:gd name="connsiteY1" fmla="*/ 65836 h 83708"/>
                <a:gd name="connsiteX2" fmla="*/ 55099 w 63697"/>
                <a:gd name="connsiteY2" fmla="*/ 48302 h 83708"/>
                <a:gd name="connsiteX3" fmla="*/ 30887 w 63697"/>
                <a:gd name="connsiteY3" fmla="*/ 37216 h 83708"/>
                <a:gd name="connsiteX4" fmla="*/ 9051 w 63697"/>
                <a:gd name="connsiteY4" fmla="*/ 57126 h 83708"/>
                <a:gd name="connsiteX5" fmla="*/ 30887 w 63697"/>
                <a:gd name="connsiteY5" fmla="*/ 76808 h 83708"/>
                <a:gd name="connsiteX6" fmla="*/ 30887 w 63697"/>
                <a:gd name="connsiteY6" fmla="*/ 76808 h 83708"/>
                <a:gd name="connsiteX7" fmla="*/ 63697 w 63697"/>
                <a:gd name="connsiteY7" fmla="*/ 81673 h 83708"/>
                <a:gd name="connsiteX8" fmla="*/ 55099 w 63697"/>
                <a:gd name="connsiteY8" fmla="*/ 81673 h 83708"/>
                <a:gd name="connsiteX9" fmla="*/ 55099 w 63697"/>
                <a:gd name="connsiteY9" fmla="*/ 72284 h 83708"/>
                <a:gd name="connsiteX10" fmla="*/ 27945 w 63697"/>
                <a:gd name="connsiteY10" fmla="*/ 83709 h 83708"/>
                <a:gd name="connsiteX11" fmla="*/ 0 w 63697"/>
                <a:gd name="connsiteY11" fmla="*/ 57126 h 83708"/>
                <a:gd name="connsiteX12" fmla="*/ 27945 w 63697"/>
                <a:gd name="connsiteY12" fmla="*/ 30656 h 83708"/>
                <a:gd name="connsiteX13" fmla="*/ 55099 w 63697"/>
                <a:gd name="connsiteY13" fmla="*/ 42081 h 83708"/>
                <a:gd name="connsiteX14" fmla="*/ 55099 w 63697"/>
                <a:gd name="connsiteY14" fmla="*/ 25904 h 83708"/>
                <a:gd name="connsiteX15" fmla="*/ 33715 w 63697"/>
                <a:gd name="connsiteY15" fmla="*/ 7579 h 83708"/>
                <a:gd name="connsiteX16" fmla="*/ 8599 w 63697"/>
                <a:gd name="connsiteY16" fmla="*/ 19344 h 83708"/>
                <a:gd name="connsiteX17" fmla="*/ 3847 w 63697"/>
                <a:gd name="connsiteY17" fmla="*/ 13348 h 83708"/>
                <a:gd name="connsiteX18" fmla="*/ 34621 w 63697"/>
                <a:gd name="connsiteY18" fmla="*/ 0 h 83708"/>
                <a:gd name="connsiteX19" fmla="*/ 63697 w 63697"/>
                <a:gd name="connsiteY19" fmla="*/ 25678 h 83708"/>
                <a:gd name="connsiteX20" fmla="*/ 63697 w 63697"/>
                <a:gd name="connsiteY20" fmla="*/ 81899 h 83708"/>
                <a:gd name="connsiteX21" fmla="*/ 63697 w 63697"/>
                <a:gd name="connsiteY21" fmla="*/ 81899 h 83708"/>
                <a:gd name="connsiteX22" fmla="*/ 63697 w 63697"/>
                <a:gd name="connsiteY22" fmla="*/ 81673 h 83708"/>
                <a:gd name="connsiteX23" fmla="*/ 63697 w 63697"/>
                <a:gd name="connsiteY23" fmla="*/ 81673 h 8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697" h="83708">
                  <a:moveTo>
                    <a:pt x="30887" y="76808"/>
                  </a:moveTo>
                  <a:cubicBezTo>
                    <a:pt x="40504" y="76808"/>
                    <a:pt x="49442" y="73189"/>
                    <a:pt x="55099" y="65836"/>
                  </a:cubicBezTo>
                  <a:lnTo>
                    <a:pt x="55099" y="48302"/>
                  </a:lnTo>
                  <a:cubicBezTo>
                    <a:pt x="49442" y="40836"/>
                    <a:pt x="40504" y="37216"/>
                    <a:pt x="30887" y="37216"/>
                  </a:cubicBezTo>
                  <a:cubicBezTo>
                    <a:pt x="21270" y="37216"/>
                    <a:pt x="9051" y="45700"/>
                    <a:pt x="9051" y="57126"/>
                  </a:cubicBezTo>
                  <a:cubicBezTo>
                    <a:pt x="9051" y="68551"/>
                    <a:pt x="17876" y="76808"/>
                    <a:pt x="30887" y="76808"/>
                  </a:cubicBezTo>
                  <a:lnTo>
                    <a:pt x="30887" y="76808"/>
                  </a:lnTo>
                  <a:close/>
                  <a:moveTo>
                    <a:pt x="63697" y="81673"/>
                  </a:moveTo>
                  <a:lnTo>
                    <a:pt x="55099" y="81673"/>
                  </a:lnTo>
                  <a:lnTo>
                    <a:pt x="55099" y="72284"/>
                  </a:lnTo>
                  <a:cubicBezTo>
                    <a:pt x="47971" y="80089"/>
                    <a:pt x="39033" y="83709"/>
                    <a:pt x="27945" y="83709"/>
                  </a:cubicBezTo>
                  <a:cubicBezTo>
                    <a:pt x="16858" y="83709"/>
                    <a:pt x="0" y="74320"/>
                    <a:pt x="0" y="57126"/>
                  </a:cubicBezTo>
                  <a:cubicBezTo>
                    <a:pt x="0" y="39931"/>
                    <a:pt x="14029" y="30656"/>
                    <a:pt x="27945" y="30656"/>
                  </a:cubicBezTo>
                  <a:cubicBezTo>
                    <a:pt x="41861" y="30656"/>
                    <a:pt x="48084" y="34275"/>
                    <a:pt x="55099" y="42081"/>
                  </a:cubicBezTo>
                  <a:lnTo>
                    <a:pt x="55099" y="25904"/>
                  </a:lnTo>
                  <a:cubicBezTo>
                    <a:pt x="55099" y="14027"/>
                    <a:pt x="45482" y="7579"/>
                    <a:pt x="33715" y="7579"/>
                  </a:cubicBezTo>
                  <a:cubicBezTo>
                    <a:pt x="21949" y="7579"/>
                    <a:pt x="15839" y="11086"/>
                    <a:pt x="8599" y="19344"/>
                  </a:cubicBezTo>
                  <a:lnTo>
                    <a:pt x="3847" y="13348"/>
                  </a:lnTo>
                  <a:cubicBezTo>
                    <a:pt x="12106" y="4412"/>
                    <a:pt x="21383" y="0"/>
                    <a:pt x="34621" y="0"/>
                  </a:cubicBezTo>
                  <a:cubicBezTo>
                    <a:pt x="47858" y="0"/>
                    <a:pt x="63697" y="7805"/>
                    <a:pt x="63697" y="25678"/>
                  </a:cubicBezTo>
                  <a:lnTo>
                    <a:pt x="63697" y="81899"/>
                  </a:lnTo>
                  <a:lnTo>
                    <a:pt x="63697" y="81899"/>
                  </a:lnTo>
                  <a:lnTo>
                    <a:pt x="63697" y="81673"/>
                  </a:lnTo>
                  <a:lnTo>
                    <a:pt x="63697" y="81673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D6A1524-B0E6-CF65-F357-011CC06231A1}"/>
                </a:ext>
              </a:extLst>
            </p:cNvPr>
            <p:cNvSpPr/>
            <p:nvPr/>
          </p:nvSpPr>
          <p:spPr>
            <a:xfrm>
              <a:off x="1302682" y="6870719"/>
              <a:ext cx="76029" cy="83935"/>
            </a:xfrm>
            <a:custGeom>
              <a:avLst/>
              <a:gdLst>
                <a:gd name="connsiteX0" fmla="*/ 67318 w 76029"/>
                <a:gd name="connsiteY0" fmla="*/ 37895 h 83935"/>
                <a:gd name="connsiteX1" fmla="*/ 38241 w 76029"/>
                <a:gd name="connsiteY1" fmla="*/ 7466 h 83935"/>
                <a:gd name="connsiteX2" fmla="*/ 9277 w 76029"/>
                <a:gd name="connsiteY2" fmla="*/ 37895 h 83935"/>
                <a:gd name="connsiteX3" fmla="*/ 67318 w 76029"/>
                <a:gd name="connsiteY3" fmla="*/ 37895 h 83935"/>
                <a:gd name="connsiteX4" fmla="*/ 39938 w 76029"/>
                <a:gd name="connsiteY4" fmla="*/ 83935 h 83935"/>
                <a:gd name="connsiteX5" fmla="*/ 0 w 76029"/>
                <a:gd name="connsiteY5" fmla="*/ 41854 h 83935"/>
                <a:gd name="connsiteX6" fmla="*/ 38354 w 76029"/>
                <a:gd name="connsiteY6" fmla="*/ 0 h 83935"/>
                <a:gd name="connsiteX7" fmla="*/ 76030 w 76029"/>
                <a:gd name="connsiteY7" fmla="*/ 42307 h 83935"/>
                <a:gd name="connsiteX8" fmla="*/ 76030 w 76029"/>
                <a:gd name="connsiteY8" fmla="*/ 44569 h 83935"/>
                <a:gd name="connsiteX9" fmla="*/ 9164 w 76029"/>
                <a:gd name="connsiteY9" fmla="*/ 44569 h 83935"/>
                <a:gd name="connsiteX10" fmla="*/ 40391 w 76029"/>
                <a:gd name="connsiteY10" fmla="*/ 76356 h 83935"/>
                <a:gd name="connsiteX11" fmla="*/ 66526 w 76029"/>
                <a:gd name="connsiteY11" fmla="*/ 65270 h 83935"/>
                <a:gd name="connsiteX12" fmla="*/ 70938 w 76029"/>
                <a:gd name="connsiteY12" fmla="*/ 70926 h 83935"/>
                <a:gd name="connsiteX13" fmla="*/ 39712 w 76029"/>
                <a:gd name="connsiteY13" fmla="*/ 83822 h 83935"/>
                <a:gd name="connsiteX14" fmla="*/ 39938 w 76029"/>
                <a:gd name="connsiteY14" fmla="*/ 83822 h 83935"/>
                <a:gd name="connsiteX15" fmla="*/ 39938 w 76029"/>
                <a:gd name="connsiteY15" fmla="*/ 83822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029" h="83935">
                  <a:moveTo>
                    <a:pt x="67318" y="37895"/>
                  </a:moveTo>
                  <a:cubicBezTo>
                    <a:pt x="67318" y="24321"/>
                    <a:pt x="58267" y="7466"/>
                    <a:pt x="38241" y="7466"/>
                  </a:cubicBezTo>
                  <a:cubicBezTo>
                    <a:pt x="18215" y="7466"/>
                    <a:pt x="9956" y="23981"/>
                    <a:pt x="9277" y="37895"/>
                  </a:cubicBezTo>
                  <a:lnTo>
                    <a:pt x="67318" y="37895"/>
                  </a:lnTo>
                  <a:close/>
                  <a:moveTo>
                    <a:pt x="39938" y="83935"/>
                  </a:moveTo>
                  <a:cubicBezTo>
                    <a:pt x="16631" y="83935"/>
                    <a:pt x="0" y="66515"/>
                    <a:pt x="0" y="41854"/>
                  </a:cubicBezTo>
                  <a:cubicBezTo>
                    <a:pt x="0" y="17194"/>
                    <a:pt x="16179" y="0"/>
                    <a:pt x="38354" y="0"/>
                  </a:cubicBezTo>
                  <a:cubicBezTo>
                    <a:pt x="60530" y="0"/>
                    <a:pt x="76030" y="19230"/>
                    <a:pt x="76030" y="42307"/>
                  </a:cubicBezTo>
                  <a:lnTo>
                    <a:pt x="76030" y="44569"/>
                  </a:lnTo>
                  <a:lnTo>
                    <a:pt x="9164" y="44569"/>
                  </a:lnTo>
                  <a:cubicBezTo>
                    <a:pt x="9956" y="61990"/>
                    <a:pt x="21610" y="76356"/>
                    <a:pt x="40391" y="76356"/>
                  </a:cubicBezTo>
                  <a:cubicBezTo>
                    <a:pt x="59172" y="76356"/>
                    <a:pt x="59738" y="72510"/>
                    <a:pt x="66526" y="65270"/>
                  </a:cubicBezTo>
                  <a:lnTo>
                    <a:pt x="70938" y="70926"/>
                  </a:lnTo>
                  <a:cubicBezTo>
                    <a:pt x="63019" y="79184"/>
                    <a:pt x="52949" y="83822"/>
                    <a:pt x="39712" y="83822"/>
                  </a:cubicBezTo>
                  <a:lnTo>
                    <a:pt x="39938" y="83822"/>
                  </a:lnTo>
                  <a:lnTo>
                    <a:pt x="39938" y="8382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EBF057A-88E5-715F-8321-936ECE93287B}"/>
                </a:ext>
              </a:extLst>
            </p:cNvPr>
            <p:cNvSpPr/>
            <p:nvPr/>
          </p:nvSpPr>
          <p:spPr>
            <a:xfrm>
              <a:off x="1217828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B880568-6D75-3510-1C99-329475CD3200}"/>
                </a:ext>
              </a:extLst>
            </p:cNvPr>
            <p:cNvSpPr/>
            <p:nvPr/>
          </p:nvSpPr>
          <p:spPr>
            <a:xfrm>
              <a:off x="1144400" y="6870719"/>
              <a:ext cx="43445" cy="82011"/>
            </a:xfrm>
            <a:custGeom>
              <a:avLst/>
              <a:gdLst>
                <a:gd name="connsiteX0" fmla="*/ 17423 w 43445"/>
                <a:gd name="connsiteY0" fmla="*/ 82012 h 82011"/>
                <a:gd name="connsiteX1" fmla="*/ 0 w 43445"/>
                <a:gd name="connsiteY1" fmla="*/ 82012 h 82011"/>
                <a:gd name="connsiteX2" fmla="*/ 0 w 43445"/>
                <a:gd name="connsiteY2" fmla="*/ 2036 h 82011"/>
                <a:gd name="connsiteX3" fmla="*/ 17423 w 43445"/>
                <a:gd name="connsiteY3" fmla="*/ 2036 h 82011"/>
                <a:gd name="connsiteX4" fmla="*/ 17423 w 43445"/>
                <a:gd name="connsiteY4" fmla="*/ 13574 h 82011"/>
                <a:gd name="connsiteX5" fmla="*/ 43446 w 43445"/>
                <a:gd name="connsiteY5" fmla="*/ 0 h 82011"/>
                <a:gd name="connsiteX6" fmla="*/ 43446 w 43445"/>
                <a:gd name="connsiteY6" fmla="*/ 17194 h 82011"/>
                <a:gd name="connsiteX7" fmla="*/ 38128 w 43445"/>
                <a:gd name="connsiteY7" fmla="*/ 16742 h 82011"/>
                <a:gd name="connsiteX8" fmla="*/ 17423 w 43445"/>
                <a:gd name="connsiteY8" fmla="*/ 27488 h 82011"/>
                <a:gd name="connsiteX9" fmla="*/ 17423 w 43445"/>
                <a:gd name="connsiteY9" fmla="*/ 81899 h 82011"/>
                <a:gd name="connsiteX10" fmla="*/ 17423 w 43445"/>
                <a:gd name="connsiteY10" fmla="*/ 81899 h 8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45" h="82011">
                  <a:moveTo>
                    <a:pt x="17423" y="82012"/>
                  </a:moveTo>
                  <a:lnTo>
                    <a:pt x="0" y="82012"/>
                  </a:lnTo>
                  <a:lnTo>
                    <a:pt x="0" y="2036"/>
                  </a:lnTo>
                  <a:lnTo>
                    <a:pt x="17423" y="2036"/>
                  </a:lnTo>
                  <a:lnTo>
                    <a:pt x="17423" y="13574"/>
                  </a:lnTo>
                  <a:cubicBezTo>
                    <a:pt x="23533" y="5995"/>
                    <a:pt x="33150" y="0"/>
                    <a:pt x="43446" y="0"/>
                  </a:cubicBezTo>
                  <a:lnTo>
                    <a:pt x="43446" y="17194"/>
                  </a:lnTo>
                  <a:cubicBezTo>
                    <a:pt x="41975" y="16855"/>
                    <a:pt x="40278" y="16742"/>
                    <a:pt x="38128" y="16742"/>
                  </a:cubicBezTo>
                  <a:cubicBezTo>
                    <a:pt x="30661" y="16742"/>
                    <a:pt x="20931" y="21719"/>
                    <a:pt x="17423" y="27488"/>
                  </a:cubicBezTo>
                  <a:lnTo>
                    <a:pt x="17423" y="81899"/>
                  </a:lnTo>
                  <a:lnTo>
                    <a:pt x="17423" y="81899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358EE32-37DD-17C5-4DC1-0589A6C91CE5}"/>
                </a:ext>
              </a:extLst>
            </p:cNvPr>
            <p:cNvSpPr/>
            <p:nvPr/>
          </p:nvSpPr>
          <p:spPr>
            <a:xfrm>
              <a:off x="1047553" y="6870719"/>
              <a:ext cx="79763" cy="83935"/>
            </a:xfrm>
            <a:custGeom>
              <a:avLst/>
              <a:gdLst>
                <a:gd name="connsiteX0" fmla="*/ 63019 w 79763"/>
                <a:gd name="connsiteY0" fmla="*/ 35293 h 83935"/>
                <a:gd name="connsiteX1" fmla="*/ 40391 w 79763"/>
                <a:gd name="connsiteY1" fmla="*/ 14253 h 83935"/>
                <a:gd name="connsiteX2" fmla="*/ 18102 w 79763"/>
                <a:gd name="connsiteY2" fmla="*/ 35293 h 83935"/>
                <a:gd name="connsiteX3" fmla="*/ 63132 w 79763"/>
                <a:gd name="connsiteY3" fmla="*/ 35293 h 83935"/>
                <a:gd name="connsiteX4" fmla="*/ 63132 w 79763"/>
                <a:gd name="connsiteY4" fmla="*/ 35293 h 83935"/>
                <a:gd name="connsiteX5" fmla="*/ 41862 w 79763"/>
                <a:gd name="connsiteY5" fmla="*/ 83935 h 83935"/>
                <a:gd name="connsiteX6" fmla="*/ 0 w 79763"/>
                <a:gd name="connsiteY6" fmla="*/ 41854 h 83935"/>
                <a:gd name="connsiteX7" fmla="*/ 40504 w 79763"/>
                <a:gd name="connsiteY7" fmla="*/ 0 h 83935"/>
                <a:gd name="connsiteX8" fmla="*/ 79763 w 79763"/>
                <a:gd name="connsiteY8" fmla="*/ 43325 h 83935"/>
                <a:gd name="connsiteX9" fmla="*/ 79763 w 79763"/>
                <a:gd name="connsiteY9" fmla="*/ 47624 h 83935"/>
                <a:gd name="connsiteX10" fmla="*/ 18215 w 79763"/>
                <a:gd name="connsiteY10" fmla="*/ 47624 h 83935"/>
                <a:gd name="connsiteX11" fmla="*/ 43559 w 79763"/>
                <a:gd name="connsiteY11" fmla="*/ 69682 h 83935"/>
                <a:gd name="connsiteX12" fmla="*/ 66413 w 79763"/>
                <a:gd name="connsiteY12" fmla="*/ 60745 h 83935"/>
                <a:gd name="connsiteX13" fmla="*/ 74333 w 79763"/>
                <a:gd name="connsiteY13" fmla="*/ 72171 h 83935"/>
                <a:gd name="connsiteX14" fmla="*/ 41862 w 79763"/>
                <a:gd name="connsiteY14" fmla="*/ 83935 h 83935"/>
                <a:gd name="connsiteX15" fmla="*/ 41862 w 79763"/>
                <a:gd name="connsiteY15" fmla="*/ 83935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9763" h="83935">
                  <a:moveTo>
                    <a:pt x="63019" y="35293"/>
                  </a:moveTo>
                  <a:cubicBezTo>
                    <a:pt x="62566" y="25904"/>
                    <a:pt x="56117" y="14253"/>
                    <a:pt x="40391" y="14253"/>
                  </a:cubicBezTo>
                  <a:cubicBezTo>
                    <a:pt x="24664" y="14253"/>
                    <a:pt x="18668" y="25678"/>
                    <a:pt x="18102" y="35293"/>
                  </a:cubicBezTo>
                  <a:lnTo>
                    <a:pt x="63132" y="35293"/>
                  </a:lnTo>
                  <a:lnTo>
                    <a:pt x="63132" y="35293"/>
                  </a:lnTo>
                  <a:close/>
                  <a:moveTo>
                    <a:pt x="41862" y="83935"/>
                  </a:moveTo>
                  <a:cubicBezTo>
                    <a:pt x="17650" y="83935"/>
                    <a:pt x="0" y="67193"/>
                    <a:pt x="0" y="41854"/>
                  </a:cubicBezTo>
                  <a:cubicBezTo>
                    <a:pt x="0" y="16516"/>
                    <a:pt x="16858" y="0"/>
                    <a:pt x="40504" y="0"/>
                  </a:cubicBezTo>
                  <a:cubicBezTo>
                    <a:pt x="64150" y="0"/>
                    <a:pt x="79763" y="18212"/>
                    <a:pt x="79763" y="43325"/>
                  </a:cubicBezTo>
                  <a:lnTo>
                    <a:pt x="79763" y="47624"/>
                  </a:lnTo>
                  <a:lnTo>
                    <a:pt x="18215" y="47624"/>
                  </a:lnTo>
                  <a:cubicBezTo>
                    <a:pt x="19573" y="59501"/>
                    <a:pt x="28511" y="69682"/>
                    <a:pt x="43559" y="69682"/>
                  </a:cubicBezTo>
                  <a:cubicBezTo>
                    <a:pt x="58606" y="69682"/>
                    <a:pt x="60643" y="66515"/>
                    <a:pt x="66413" y="60745"/>
                  </a:cubicBezTo>
                  <a:lnTo>
                    <a:pt x="74333" y="72171"/>
                  </a:lnTo>
                  <a:cubicBezTo>
                    <a:pt x="66186" y="79750"/>
                    <a:pt x="54420" y="83935"/>
                    <a:pt x="41862" y="83935"/>
                  </a:cubicBezTo>
                  <a:lnTo>
                    <a:pt x="41862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164758C-BF1D-F16F-754D-A3DC9EB89C6E}"/>
                </a:ext>
              </a:extLst>
            </p:cNvPr>
            <p:cNvSpPr/>
            <p:nvPr/>
          </p:nvSpPr>
          <p:spPr>
            <a:xfrm>
              <a:off x="951385" y="6870945"/>
              <a:ext cx="78518" cy="114364"/>
            </a:xfrm>
            <a:custGeom>
              <a:avLst/>
              <a:gdLst>
                <a:gd name="connsiteX0" fmla="*/ 40504 w 78518"/>
                <a:gd name="connsiteY0" fmla="*/ 66401 h 114364"/>
                <a:gd name="connsiteX1" fmla="*/ 60982 w 78518"/>
                <a:gd name="connsiteY1" fmla="*/ 55768 h 114364"/>
                <a:gd name="connsiteX2" fmla="*/ 60982 w 78518"/>
                <a:gd name="connsiteY2" fmla="*/ 25791 h 114364"/>
                <a:gd name="connsiteX3" fmla="*/ 40504 w 78518"/>
                <a:gd name="connsiteY3" fmla="*/ 15158 h 114364"/>
                <a:gd name="connsiteX4" fmla="*/ 17876 w 78518"/>
                <a:gd name="connsiteY4" fmla="*/ 40836 h 114364"/>
                <a:gd name="connsiteX5" fmla="*/ 40504 w 78518"/>
                <a:gd name="connsiteY5" fmla="*/ 66288 h 114364"/>
                <a:gd name="connsiteX6" fmla="*/ 40504 w 78518"/>
                <a:gd name="connsiteY6" fmla="*/ 66288 h 114364"/>
                <a:gd name="connsiteX7" fmla="*/ 37449 w 78518"/>
                <a:gd name="connsiteY7" fmla="*/ 114138 h 114364"/>
                <a:gd name="connsiteX8" fmla="*/ 3847 w 78518"/>
                <a:gd name="connsiteY8" fmla="*/ 102260 h 114364"/>
                <a:gd name="connsiteX9" fmla="*/ 11993 w 78518"/>
                <a:gd name="connsiteY9" fmla="*/ 89704 h 114364"/>
                <a:gd name="connsiteX10" fmla="*/ 37449 w 78518"/>
                <a:gd name="connsiteY10" fmla="*/ 99998 h 114364"/>
                <a:gd name="connsiteX11" fmla="*/ 61095 w 78518"/>
                <a:gd name="connsiteY11" fmla="*/ 77713 h 114364"/>
                <a:gd name="connsiteX12" fmla="*/ 61095 w 78518"/>
                <a:gd name="connsiteY12" fmla="*/ 68664 h 114364"/>
                <a:gd name="connsiteX13" fmla="*/ 35413 w 78518"/>
                <a:gd name="connsiteY13" fmla="*/ 82125 h 114364"/>
                <a:gd name="connsiteX14" fmla="*/ 0 w 78518"/>
                <a:gd name="connsiteY14" fmla="*/ 41063 h 114364"/>
                <a:gd name="connsiteX15" fmla="*/ 35413 w 78518"/>
                <a:gd name="connsiteY15" fmla="*/ 0 h 114364"/>
                <a:gd name="connsiteX16" fmla="*/ 61095 w 78518"/>
                <a:gd name="connsiteY16" fmla="*/ 13122 h 114364"/>
                <a:gd name="connsiteX17" fmla="*/ 61095 w 78518"/>
                <a:gd name="connsiteY17" fmla="*/ 2036 h 114364"/>
                <a:gd name="connsiteX18" fmla="*/ 78519 w 78518"/>
                <a:gd name="connsiteY18" fmla="*/ 2036 h 114364"/>
                <a:gd name="connsiteX19" fmla="*/ 78519 w 78518"/>
                <a:gd name="connsiteY19" fmla="*/ 77827 h 114364"/>
                <a:gd name="connsiteX20" fmla="*/ 37449 w 78518"/>
                <a:gd name="connsiteY20" fmla="*/ 114364 h 114364"/>
                <a:gd name="connsiteX21" fmla="*/ 37449 w 78518"/>
                <a:gd name="connsiteY21" fmla="*/ 114364 h 114364"/>
                <a:gd name="connsiteX22" fmla="*/ 37449 w 78518"/>
                <a:gd name="connsiteY22" fmla="*/ 114138 h 114364"/>
                <a:gd name="connsiteX23" fmla="*/ 37449 w 78518"/>
                <a:gd name="connsiteY23" fmla="*/ 114138 h 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8518" h="114364">
                  <a:moveTo>
                    <a:pt x="40504" y="66401"/>
                  </a:moveTo>
                  <a:cubicBezTo>
                    <a:pt x="48650" y="66401"/>
                    <a:pt x="57022" y="61650"/>
                    <a:pt x="60982" y="55768"/>
                  </a:cubicBezTo>
                  <a:lnTo>
                    <a:pt x="60982" y="25791"/>
                  </a:lnTo>
                  <a:cubicBezTo>
                    <a:pt x="57022" y="20022"/>
                    <a:pt x="48537" y="15158"/>
                    <a:pt x="40504" y="15158"/>
                  </a:cubicBezTo>
                  <a:cubicBezTo>
                    <a:pt x="26588" y="15158"/>
                    <a:pt x="17876" y="25452"/>
                    <a:pt x="17876" y="40836"/>
                  </a:cubicBezTo>
                  <a:cubicBezTo>
                    <a:pt x="17876" y="56221"/>
                    <a:pt x="26701" y="66288"/>
                    <a:pt x="40504" y="66288"/>
                  </a:cubicBezTo>
                  <a:lnTo>
                    <a:pt x="40504" y="66288"/>
                  </a:lnTo>
                  <a:close/>
                  <a:moveTo>
                    <a:pt x="37449" y="114138"/>
                  </a:moveTo>
                  <a:cubicBezTo>
                    <a:pt x="23872" y="114138"/>
                    <a:pt x="13803" y="111197"/>
                    <a:pt x="3847" y="102260"/>
                  </a:cubicBezTo>
                  <a:lnTo>
                    <a:pt x="11993" y="89704"/>
                  </a:lnTo>
                  <a:cubicBezTo>
                    <a:pt x="18668" y="97170"/>
                    <a:pt x="26927" y="99998"/>
                    <a:pt x="37449" y="99998"/>
                  </a:cubicBezTo>
                  <a:cubicBezTo>
                    <a:pt x="47971" y="99998"/>
                    <a:pt x="61095" y="94681"/>
                    <a:pt x="61095" y="77713"/>
                  </a:cubicBezTo>
                  <a:lnTo>
                    <a:pt x="61095" y="68664"/>
                  </a:lnTo>
                  <a:cubicBezTo>
                    <a:pt x="54986" y="76808"/>
                    <a:pt x="45821" y="82125"/>
                    <a:pt x="35413" y="82125"/>
                  </a:cubicBezTo>
                  <a:cubicBezTo>
                    <a:pt x="15048" y="82125"/>
                    <a:pt x="0" y="67419"/>
                    <a:pt x="0" y="41063"/>
                  </a:cubicBezTo>
                  <a:cubicBezTo>
                    <a:pt x="0" y="14706"/>
                    <a:pt x="14708" y="0"/>
                    <a:pt x="35413" y="0"/>
                  </a:cubicBezTo>
                  <a:cubicBezTo>
                    <a:pt x="56117" y="0"/>
                    <a:pt x="54646" y="4412"/>
                    <a:pt x="61095" y="13122"/>
                  </a:cubicBezTo>
                  <a:lnTo>
                    <a:pt x="61095" y="2036"/>
                  </a:lnTo>
                  <a:lnTo>
                    <a:pt x="78519" y="2036"/>
                  </a:lnTo>
                  <a:lnTo>
                    <a:pt x="78519" y="77827"/>
                  </a:lnTo>
                  <a:cubicBezTo>
                    <a:pt x="78519" y="106672"/>
                    <a:pt x="57022" y="114364"/>
                    <a:pt x="37449" y="114364"/>
                  </a:cubicBezTo>
                  <a:lnTo>
                    <a:pt x="37449" y="114364"/>
                  </a:lnTo>
                  <a:lnTo>
                    <a:pt x="37449" y="114138"/>
                  </a:lnTo>
                  <a:lnTo>
                    <a:pt x="37449" y="11413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4041F1E-9721-956D-4B32-EBBD6266F8A0}"/>
                </a:ext>
              </a:extLst>
            </p:cNvPr>
            <p:cNvSpPr/>
            <p:nvPr/>
          </p:nvSpPr>
          <p:spPr>
            <a:xfrm>
              <a:off x="862570" y="6870832"/>
              <a:ext cx="71164" cy="83821"/>
            </a:xfrm>
            <a:custGeom>
              <a:avLst/>
              <a:gdLst>
                <a:gd name="connsiteX0" fmla="*/ 34621 w 71164"/>
                <a:gd name="connsiteY0" fmla="*/ 71944 h 83821"/>
                <a:gd name="connsiteX1" fmla="*/ 53628 w 71164"/>
                <a:gd name="connsiteY1" fmla="*/ 63687 h 83821"/>
                <a:gd name="connsiteX2" fmla="*/ 53628 w 71164"/>
                <a:gd name="connsiteY2" fmla="*/ 51470 h 83821"/>
                <a:gd name="connsiteX3" fmla="*/ 34621 w 71164"/>
                <a:gd name="connsiteY3" fmla="*/ 43212 h 83821"/>
                <a:gd name="connsiteX4" fmla="*/ 17423 w 71164"/>
                <a:gd name="connsiteY4" fmla="*/ 57578 h 83821"/>
                <a:gd name="connsiteX5" fmla="*/ 34621 w 71164"/>
                <a:gd name="connsiteY5" fmla="*/ 71944 h 83821"/>
                <a:gd name="connsiteX6" fmla="*/ 34621 w 71164"/>
                <a:gd name="connsiteY6" fmla="*/ 71944 h 83821"/>
                <a:gd name="connsiteX7" fmla="*/ 71051 w 71164"/>
                <a:gd name="connsiteY7" fmla="*/ 81899 h 83821"/>
                <a:gd name="connsiteX8" fmla="*/ 53628 w 71164"/>
                <a:gd name="connsiteY8" fmla="*/ 81899 h 83821"/>
                <a:gd name="connsiteX9" fmla="*/ 53628 w 71164"/>
                <a:gd name="connsiteY9" fmla="*/ 73075 h 83821"/>
                <a:gd name="connsiteX10" fmla="*/ 27606 w 71164"/>
                <a:gd name="connsiteY10" fmla="*/ 83822 h 83821"/>
                <a:gd name="connsiteX11" fmla="*/ 0 w 71164"/>
                <a:gd name="connsiteY11" fmla="*/ 57352 h 83821"/>
                <a:gd name="connsiteX12" fmla="*/ 27606 w 71164"/>
                <a:gd name="connsiteY12" fmla="*/ 31221 h 83821"/>
                <a:gd name="connsiteX13" fmla="*/ 53628 w 71164"/>
                <a:gd name="connsiteY13" fmla="*/ 41515 h 83821"/>
                <a:gd name="connsiteX14" fmla="*/ 53628 w 71164"/>
                <a:gd name="connsiteY14" fmla="*/ 29637 h 83821"/>
                <a:gd name="connsiteX15" fmla="*/ 34960 w 71164"/>
                <a:gd name="connsiteY15" fmla="*/ 14706 h 83821"/>
                <a:gd name="connsiteX16" fmla="*/ 11314 w 71164"/>
                <a:gd name="connsiteY16" fmla="*/ 25000 h 83821"/>
                <a:gd name="connsiteX17" fmla="*/ 4073 w 71164"/>
                <a:gd name="connsiteY17" fmla="*/ 12896 h 83821"/>
                <a:gd name="connsiteX18" fmla="*/ 37675 w 71164"/>
                <a:gd name="connsiteY18" fmla="*/ 0 h 83821"/>
                <a:gd name="connsiteX19" fmla="*/ 71165 w 71164"/>
                <a:gd name="connsiteY19" fmla="*/ 28846 h 83821"/>
                <a:gd name="connsiteX20" fmla="*/ 71165 w 71164"/>
                <a:gd name="connsiteY20" fmla="*/ 82012 h 83821"/>
                <a:gd name="connsiteX21" fmla="*/ 71165 w 71164"/>
                <a:gd name="connsiteY21" fmla="*/ 82012 h 8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164" h="83821">
                  <a:moveTo>
                    <a:pt x="34621" y="71944"/>
                  </a:moveTo>
                  <a:cubicBezTo>
                    <a:pt x="42088" y="71944"/>
                    <a:pt x="49555" y="69116"/>
                    <a:pt x="53628" y="63687"/>
                  </a:cubicBezTo>
                  <a:lnTo>
                    <a:pt x="53628" y="51470"/>
                  </a:lnTo>
                  <a:cubicBezTo>
                    <a:pt x="49442" y="46040"/>
                    <a:pt x="42088" y="43212"/>
                    <a:pt x="34621" y="43212"/>
                  </a:cubicBezTo>
                  <a:cubicBezTo>
                    <a:pt x="27153" y="43212"/>
                    <a:pt x="17423" y="48981"/>
                    <a:pt x="17423" y="57578"/>
                  </a:cubicBezTo>
                  <a:cubicBezTo>
                    <a:pt x="17423" y="66175"/>
                    <a:pt x="24891" y="71944"/>
                    <a:pt x="34621" y="71944"/>
                  </a:cubicBezTo>
                  <a:lnTo>
                    <a:pt x="34621" y="71944"/>
                  </a:lnTo>
                  <a:close/>
                  <a:moveTo>
                    <a:pt x="71051" y="81899"/>
                  </a:moveTo>
                  <a:lnTo>
                    <a:pt x="53628" y="81899"/>
                  </a:lnTo>
                  <a:lnTo>
                    <a:pt x="53628" y="73075"/>
                  </a:lnTo>
                  <a:cubicBezTo>
                    <a:pt x="47632" y="79976"/>
                    <a:pt x="38241" y="83822"/>
                    <a:pt x="27606" y="83822"/>
                  </a:cubicBezTo>
                  <a:cubicBezTo>
                    <a:pt x="16971" y="83822"/>
                    <a:pt x="0" y="74885"/>
                    <a:pt x="0" y="57352"/>
                  </a:cubicBezTo>
                  <a:cubicBezTo>
                    <a:pt x="0" y="39818"/>
                    <a:pt x="14595" y="31221"/>
                    <a:pt x="27606" y="31221"/>
                  </a:cubicBezTo>
                  <a:cubicBezTo>
                    <a:pt x="40617" y="31221"/>
                    <a:pt x="47632" y="34728"/>
                    <a:pt x="53628" y="41515"/>
                  </a:cubicBezTo>
                  <a:lnTo>
                    <a:pt x="53628" y="29637"/>
                  </a:lnTo>
                  <a:cubicBezTo>
                    <a:pt x="53628" y="20362"/>
                    <a:pt x="45821" y="14706"/>
                    <a:pt x="34960" y="14706"/>
                  </a:cubicBezTo>
                  <a:cubicBezTo>
                    <a:pt x="24099" y="14706"/>
                    <a:pt x="18102" y="17986"/>
                    <a:pt x="11314" y="25000"/>
                  </a:cubicBezTo>
                  <a:lnTo>
                    <a:pt x="4073" y="12896"/>
                  </a:lnTo>
                  <a:cubicBezTo>
                    <a:pt x="13350" y="3959"/>
                    <a:pt x="24891" y="0"/>
                    <a:pt x="37675" y="0"/>
                  </a:cubicBezTo>
                  <a:cubicBezTo>
                    <a:pt x="50460" y="0"/>
                    <a:pt x="71165" y="7466"/>
                    <a:pt x="71165" y="28846"/>
                  </a:cubicBezTo>
                  <a:lnTo>
                    <a:pt x="71165" y="82012"/>
                  </a:lnTo>
                  <a:lnTo>
                    <a:pt x="71165" y="8201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B53A0B0-B46D-C088-4EBB-85AB54ECC9FA}"/>
                </a:ext>
              </a:extLst>
            </p:cNvPr>
            <p:cNvSpPr/>
            <p:nvPr/>
          </p:nvSpPr>
          <p:spPr>
            <a:xfrm>
              <a:off x="771380" y="6870719"/>
              <a:ext cx="78518" cy="112328"/>
            </a:xfrm>
            <a:custGeom>
              <a:avLst/>
              <a:gdLst>
                <a:gd name="connsiteX0" fmla="*/ 38015 w 78518"/>
                <a:gd name="connsiteY0" fmla="*/ 68551 h 112328"/>
                <a:gd name="connsiteX1" fmla="*/ 60643 w 78518"/>
                <a:gd name="connsiteY1" fmla="*/ 41854 h 112328"/>
                <a:gd name="connsiteX2" fmla="*/ 38015 w 78518"/>
                <a:gd name="connsiteY2" fmla="*/ 15384 h 112328"/>
                <a:gd name="connsiteX3" fmla="*/ 17537 w 78518"/>
                <a:gd name="connsiteY3" fmla="*/ 26018 h 112328"/>
                <a:gd name="connsiteX4" fmla="*/ 17537 w 78518"/>
                <a:gd name="connsiteY4" fmla="*/ 57578 h 112328"/>
                <a:gd name="connsiteX5" fmla="*/ 38015 w 78518"/>
                <a:gd name="connsiteY5" fmla="*/ 68551 h 112328"/>
                <a:gd name="connsiteX6" fmla="*/ 43106 w 78518"/>
                <a:gd name="connsiteY6" fmla="*/ 83935 h 112328"/>
                <a:gd name="connsiteX7" fmla="*/ 17423 w 78518"/>
                <a:gd name="connsiteY7" fmla="*/ 70813 h 112328"/>
                <a:gd name="connsiteX8" fmla="*/ 17423 w 78518"/>
                <a:gd name="connsiteY8" fmla="*/ 112328 h 112328"/>
                <a:gd name="connsiteX9" fmla="*/ 0 w 78518"/>
                <a:gd name="connsiteY9" fmla="*/ 112328 h 112328"/>
                <a:gd name="connsiteX10" fmla="*/ 0 w 78518"/>
                <a:gd name="connsiteY10" fmla="*/ 1923 h 112328"/>
                <a:gd name="connsiteX11" fmla="*/ 17423 w 78518"/>
                <a:gd name="connsiteY11" fmla="*/ 1923 h 112328"/>
                <a:gd name="connsiteX12" fmla="*/ 17423 w 78518"/>
                <a:gd name="connsiteY12" fmla="*/ 12896 h 112328"/>
                <a:gd name="connsiteX13" fmla="*/ 43106 w 78518"/>
                <a:gd name="connsiteY13" fmla="*/ 0 h 112328"/>
                <a:gd name="connsiteX14" fmla="*/ 78519 w 78518"/>
                <a:gd name="connsiteY14" fmla="*/ 41854 h 112328"/>
                <a:gd name="connsiteX15" fmla="*/ 43106 w 78518"/>
                <a:gd name="connsiteY15" fmla="*/ 83935 h 112328"/>
                <a:gd name="connsiteX16" fmla="*/ 43106 w 78518"/>
                <a:gd name="connsiteY16" fmla="*/ 83935 h 11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518" h="112328">
                  <a:moveTo>
                    <a:pt x="38015" y="68551"/>
                  </a:moveTo>
                  <a:cubicBezTo>
                    <a:pt x="51705" y="68551"/>
                    <a:pt x="60643" y="57465"/>
                    <a:pt x="60643" y="41854"/>
                  </a:cubicBezTo>
                  <a:cubicBezTo>
                    <a:pt x="60643" y="26244"/>
                    <a:pt x="51705" y="15384"/>
                    <a:pt x="38015" y="15384"/>
                  </a:cubicBezTo>
                  <a:cubicBezTo>
                    <a:pt x="24325" y="15384"/>
                    <a:pt x="21496" y="20022"/>
                    <a:pt x="17537" y="26018"/>
                  </a:cubicBezTo>
                  <a:lnTo>
                    <a:pt x="17537" y="57578"/>
                  </a:lnTo>
                  <a:cubicBezTo>
                    <a:pt x="21383" y="63573"/>
                    <a:pt x="29982" y="68551"/>
                    <a:pt x="38015" y="68551"/>
                  </a:cubicBezTo>
                  <a:close/>
                  <a:moveTo>
                    <a:pt x="43106" y="83935"/>
                  </a:moveTo>
                  <a:cubicBezTo>
                    <a:pt x="33037" y="83935"/>
                    <a:pt x="24099" y="79297"/>
                    <a:pt x="17423" y="70813"/>
                  </a:cubicBezTo>
                  <a:lnTo>
                    <a:pt x="17423" y="112328"/>
                  </a:lnTo>
                  <a:lnTo>
                    <a:pt x="0" y="112328"/>
                  </a:lnTo>
                  <a:lnTo>
                    <a:pt x="0" y="1923"/>
                  </a:lnTo>
                  <a:lnTo>
                    <a:pt x="17423" y="1923"/>
                  </a:lnTo>
                  <a:lnTo>
                    <a:pt x="17423" y="12896"/>
                  </a:lnTo>
                  <a:cubicBezTo>
                    <a:pt x="23420" y="4977"/>
                    <a:pt x="32697" y="0"/>
                    <a:pt x="43106" y="0"/>
                  </a:cubicBezTo>
                  <a:cubicBezTo>
                    <a:pt x="63811" y="0"/>
                    <a:pt x="78519" y="15611"/>
                    <a:pt x="78519" y="41854"/>
                  </a:cubicBezTo>
                  <a:cubicBezTo>
                    <a:pt x="78519" y="68098"/>
                    <a:pt x="63811" y="83935"/>
                    <a:pt x="43106" y="83935"/>
                  </a:cubicBezTo>
                  <a:lnTo>
                    <a:pt x="43106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645A036-E477-5DBF-2C7A-C7B7EFCF6B88}"/>
                </a:ext>
              </a:extLst>
            </p:cNvPr>
            <p:cNvSpPr/>
            <p:nvPr/>
          </p:nvSpPr>
          <p:spPr>
            <a:xfrm>
              <a:off x="552456" y="6831805"/>
              <a:ext cx="166314" cy="195018"/>
            </a:xfrm>
            <a:custGeom>
              <a:avLst/>
              <a:gdLst>
                <a:gd name="connsiteX0" fmla="*/ 47179 w 166314"/>
                <a:gd name="connsiteY0" fmla="*/ 0 h 195018"/>
                <a:gd name="connsiteX1" fmla="*/ 0 w 166314"/>
                <a:gd name="connsiteY1" fmla="*/ 47058 h 195018"/>
                <a:gd name="connsiteX2" fmla="*/ 0 w 166314"/>
                <a:gd name="connsiteY2" fmla="*/ 119002 h 195018"/>
                <a:gd name="connsiteX3" fmla="*/ 47179 w 166314"/>
                <a:gd name="connsiteY3" fmla="*/ 166060 h 195018"/>
                <a:gd name="connsiteX4" fmla="*/ 63245 w 166314"/>
                <a:gd name="connsiteY4" fmla="*/ 166060 h 195018"/>
                <a:gd name="connsiteX5" fmla="*/ 63358 w 166314"/>
                <a:gd name="connsiteY5" fmla="*/ 166286 h 195018"/>
                <a:gd name="connsiteX6" fmla="*/ 78406 w 166314"/>
                <a:gd name="connsiteY6" fmla="*/ 192304 h 195018"/>
                <a:gd name="connsiteX7" fmla="*/ 87909 w 166314"/>
                <a:gd name="connsiteY7" fmla="*/ 192304 h 195018"/>
                <a:gd name="connsiteX8" fmla="*/ 102957 w 166314"/>
                <a:gd name="connsiteY8" fmla="*/ 166286 h 195018"/>
                <a:gd name="connsiteX9" fmla="*/ 103070 w 166314"/>
                <a:gd name="connsiteY9" fmla="*/ 166060 h 195018"/>
                <a:gd name="connsiteX10" fmla="*/ 119136 w 166314"/>
                <a:gd name="connsiteY10" fmla="*/ 166060 h 195018"/>
                <a:gd name="connsiteX11" fmla="*/ 166315 w 166314"/>
                <a:gd name="connsiteY11" fmla="*/ 119002 h 195018"/>
                <a:gd name="connsiteX12" fmla="*/ 166315 w 166314"/>
                <a:gd name="connsiteY12" fmla="*/ 47058 h 195018"/>
                <a:gd name="connsiteX13" fmla="*/ 119136 w 166314"/>
                <a:gd name="connsiteY13" fmla="*/ 0 h 195018"/>
                <a:gd name="connsiteX14" fmla="*/ 47066 w 166314"/>
                <a:gd name="connsiteY14" fmla="*/ 0 h 195018"/>
                <a:gd name="connsiteX15" fmla="*/ 47179 w 166314"/>
                <a:gd name="connsiteY15" fmla="*/ 0 h 195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6314" h="195018">
                  <a:moveTo>
                    <a:pt x="47179" y="0"/>
                  </a:moveTo>
                  <a:cubicBezTo>
                    <a:pt x="21157" y="0"/>
                    <a:pt x="0" y="21040"/>
                    <a:pt x="0" y="47058"/>
                  </a:cubicBezTo>
                  <a:lnTo>
                    <a:pt x="0" y="119002"/>
                  </a:lnTo>
                  <a:cubicBezTo>
                    <a:pt x="0" y="145020"/>
                    <a:pt x="21157" y="166060"/>
                    <a:pt x="47179" y="166060"/>
                  </a:cubicBezTo>
                  <a:lnTo>
                    <a:pt x="63245" y="166060"/>
                  </a:lnTo>
                  <a:cubicBezTo>
                    <a:pt x="63245" y="166060"/>
                    <a:pt x="63245" y="166286"/>
                    <a:pt x="63358" y="166286"/>
                  </a:cubicBezTo>
                  <a:lnTo>
                    <a:pt x="78406" y="192304"/>
                  </a:lnTo>
                  <a:cubicBezTo>
                    <a:pt x="80555" y="195924"/>
                    <a:pt x="85760" y="195924"/>
                    <a:pt x="87909" y="192304"/>
                  </a:cubicBezTo>
                  <a:lnTo>
                    <a:pt x="102957" y="166286"/>
                  </a:lnTo>
                  <a:cubicBezTo>
                    <a:pt x="102957" y="166286"/>
                    <a:pt x="102957" y="166060"/>
                    <a:pt x="103070" y="166060"/>
                  </a:cubicBezTo>
                  <a:lnTo>
                    <a:pt x="119136" y="166060"/>
                  </a:lnTo>
                  <a:cubicBezTo>
                    <a:pt x="145158" y="166060"/>
                    <a:pt x="166315" y="145020"/>
                    <a:pt x="166315" y="119002"/>
                  </a:cubicBezTo>
                  <a:lnTo>
                    <a:pt x="166315" y="47058"/>
                  </a:lnTo>
                  <a:cubicBezTo>
                    <a:pt x="166315" y="21040"/>
                    <a:pt x="145158" y="0"/>
                    <a:pt x="119136" y="0"/>
                  </a:cubicBezTo>
                  <a:lnTo>
                    <a:pt x="47066" y="0"/>
                  </a:lnTo>
                  <a:lnTo>
                    <a:pt x="47179" y="0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2F4D231-89E4-3F6D-1AF0-E9BCC1DE686A}"/>
                </a:ext>
              </a:extLst>
            </p:cNvPr>
            <p:cNvSpPr/>
            <p:nvPr/>
          </p:nvSpPr>
          <p:spPr>
            <a:xfrm>
              <a:off x="576356" y="6872670"/>
              <a:ext cx="94577" cy="47340"/>
            </a:xfrm>
            <a:custGeom>
              <a:avLst/>
              <a:gdLst>
                <a:gd name="connsiteX0" fmla="*/ 45567 w 94577"/>
                <a:gd name="connsiteY0" fmla="*/ 17958 h 47340"/>
                <a:gd name="connsiteX1" fmla="*/ 43870 w 94577"/>
                <a:gd name="connsiteY1" fmla="*/ 3478 h 47340"/>
                <a:gd name="connsiteX2" fmla="*/ 27238 w 94577"/>
                <a:gd name="connsiteY2" fmla="*/ 3478 h 47340"/>
                <a:gd name="connsiteX3" fmla="*/ 25315 w 94577"/>
                <a:gd name="connsiteY3" fmla="*/ 17618 h 47340"/>
                <a:gd name="connsiteX4" fmla="*/ 17621 w 94577"/>
                <a:gd name="connsiteY4" fmla="*/ 25311 h 47340"/>
                <a:gd name="connsiteX5" fmla="*/ 3479 w 94577"/>
                <a:gd name="connsiteY5" fmla="*/ 27234 h 47340"/>
                <a:gd name="connsiteX6" fmla="*/ 3479 w 94577"/>
                <a:gd name="connsiteY6" fmla="*/ 43862 h 47340"/>
                <a:gd name="connsiteX7" fmla="*/ 20110 w 94577"/>
                <a:gd name="connsiteY7" fmla="*/ 43862 h 47340"/>
                <a:gd name="connsiteX8" fmla="*/ 22034 w 94577"/>
                <a:gd name="connsiteY8" fmla="*/ 29722 h 47340"/>
                <a:gd name="connsiteX9" fmla="*/ 29727 w 94577"/>
                <a:gd name="connsiteY9" fmla="*/ 22030 h 47340"/>
                <a:gd name="connsiteX10" fmla="*/ 41154 w 94577"/>
                <a:gd name="connsiteY10" fmla="*/ 22143 h 47340"/>
                <a:gd name="connsiteX11" fmla="*/ 48961 w 94577"/>
                <a:gd name="connsiteY11" fmla="*/ 29949 h 47340"/>
                <a:gd name="connsiteX12" fmla="*/ 50998 w 94577"/>
                <a:gd name="connsiteY12" fmla="*/ 43862 h 47340"/>
                <a:gd name="connsiteX13" fmla="*/ 67629 w 94577"/>
                <a:gd name="connsiteY13" fmla="*/ 43862 h 47340"/>
                <a:gd name="connsiteX14" fmla="*/ 69213 w 94577"/>
                <a:gd name="connsiteY14" fmla="*/ 29157 h 47340"/>
                <a:gd name="connsiteX15" fmla="*/ 69552 w 94577"/>
                <a:gd name="connsiteY15" fmla="*/ 29496 h 47340"/>
                <a:gd name="connsiteX16" fmla="*/ 77133 w 94577"/>
                <a:gd name="connsiteY16" fmla="*/ 21917 h 47340"/>
                <a:gd name="connsiteX17" fmla="*/ 91388 w 94577"/>
                <a:gd name="connsiteY17" fmla="*/ 20107 h 47340"/>
                <a:gd name="connsiteX18" fmla="*/ 91388 w 94577"/>
                <a:gd name="connsiteY18" fmla="*/ 3478 h 47340"/>
                <a:gd name="connsiteX19" fmla="*/ 74757 w 94577"/>
                <a:gd name="connsiteY19" fmla="*/ 3478 h 47340"/>
                <a:gd name="connsiteX20" fmla="*/ 72833 w 94577"/>
                <a:gd name="connsiteY20" fmla="*/ 17618 h 47340"/>
                <a:gd name="connsiteX21" fmla="*/ 65253 w 94577"/>
                <a:gd name="connsiteY21" fmla="*/ 25197 h 47340"/>
                <a:gd name="connsiteX22" fmla="*/ 65706 w 94577"/>
                <a:gd name="connsiteY22" fmla="*/ 25650 h 47340"/>
                <a:gd name="connsiteX23" fmla="*/ 53260 w 94577"/>
                <a:gd name="connsiteY23" fmla="*/ 25537 h 47340"/>
                <a:gd name="connsiteX24" fmla="*/ 45680 w 94577"/>
                <a:gd name="connsiteY24" fmla="*/ 17958 h 47340"/>
                <a:gd name="connsiteX25" fmla="*/ 45680 w 94577"/>
                <a:gd name="connsiteY25" fmla="*/ 17958 h 4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4577" h="47340">
                  <a:moveTo>
                    <a:pt x="45567" y="17958"/>
                  </a:moveTo>
                  <a:cubicBezTo>
                    <a:pt x="48282" y="13433"/>
                    <a:pt x="47716" y="7438"/>
                    <a:pt x="43870" y="3478"/>
                  </a:cubicBezTo>
                  <a:cubicBezTo>
                    <a:pt x="39231" y="-1159"/>
                    <a:pt x="31764" y="-1159"/>
                    <a:pt x="27238" y="3478"/>
                  </a:cubicBezTo>
                  <a:cubicBezTo>
                    <a:pt x="23392" y="7325"/>
                    <a:pt x="22713" y="13207"/>
                    <a:pt x="25315" y="17618"/>
                  </a:cubicBezTo>
                  <a:lnTo>
                    <a:pt x="17621" y="25311"/>
                  </a:lnTo>
                  <a:cubicBezTo>
                    <a:pt x="13096" y="22709"/>
                    <a:pt x="7326" y="23388"/>
                    <a:pt x="3479" y="27234"/>
                  </a:cubicBezTo>
                  <a:cubicBezTo>
                    <a:pt x="-1160" y="31872"/>
                    <a:pt x="-1160" y="39337"/>
                    <a:pt x="3479" y="43862"/>
                  </a:cubicBezTo>
                  <a:cubicBezTo>
                    <a:pt x="8118" y="48500"/>
                    <a:pt x="15585" y="48500"/>
                    <a:pt x="20110" y="43862"/>
                  </a:cubicBezTo>
                  <a:cubicBezTo>
                    <a:pt x="23957" y="40016"/>
                    <a:pt x="24636" y="34134"/>
                    <a:pt x="22034" y="29722"/>
                  </a:cubicBezTo>
                  <a:lnTo>
                    <a:pt x="29727" y="22030"/>
                  </a:lnTo>
                  <a:cubicBezTo>
                    <a:pt x="33235" y="24066"/>
                    <a:pt x="37647" y="24066"/>
                    <a:pt x="41154" y="22143"/>
                  </a:cubicBezTo>
                  <a:lnTo>
                    <a:pt x="48961" y="29949"/>
                  </a:lnTo>
                  <a:cubicBezTo>
                    <a:pt x="46585" y="34473"/>
                    <a:pt x="47264" y="40129"/>
                    <a:pt x="50998" y="43862"/>
                  </a:cubicBezTo>
                  <a:cubicBezTo>
                    <a:pt x="54731" y="47595"/>
                    <a:pt x="63103" y="48500"/>
                    <a:pt x="67629" y="43862"/>
                  </a:cubicBezTo>
                  <a:cubicBezTo>
                    <a:pt x="71589" y="39903"/>
                    <a:pt x="72155" y="33795"/>
                    <a:pt x="69213" y="29157"/>
                  </a:cubicBezTo>
                  <a:lnTo>
                    <a:pt x="69552" y="29496"/>
                  </a:lnTo>
                  <a:lnTo>
                    <a:pt x="77133" y="21917"/>
                  </a:lnTo>
                  <a:cubicBezTo>
                    <a:pt x="81658" y="24519"/>
                    <a:pt x="87541" y="23953"/>
                    <a:pt x="91388" y="20107"/>
                  </a:cubicBezTo>
                  <a:cubicBezTo>
                    <a:pt x="95235" y="16261"/>
                    <a:pt x="96027" y="8003"/>
                    <a:pt x="91388" y="3478"/>
                  </a:cubicBezTo>
                  <a:cubicBezTo>
                    <a:pt x="86750" y="-1159"/>
                    <a:pt x="79282" y="-1159"/>
                    <a:pt x="74757" y="3478"/>
                  </a:cubicBezTo>
                  <a:cubicBezTo>
                    <a:pt x="70910" y="7325"/>
                    <a:pt x="70231" y="13094"/>
                    <a:pt x="72833" y="17618"/>
                  </a:cubicBezTo>
                  <a:lnTo>
                    <a:pt x="65253" y="25197"/>
                  </a:lnTo>
                  <a:lnTo>
                    <a:pt x="65706" y="25650"/>
                  </a:lnTo>
                  <a:cubicBezTo>
                    <a:pt x="61972" y="23274"/>
                    <a:pt x="57107" y="23161"/>
                    <a:pt x="53260" y="25537"/>
                  </a:cubicBezTo>
                  <a:lnTo>
                    <a:pt x="45680" y="17958"/>
                  </a:lnTo>
                  <a:lnTo>
                    <a:pt x="45680" y="17958"/>
                  </a:lnTo>
                  <a:close/>
                </a:path>
              </a:pathLst>
            </a:custGeom>
            <a:solidFill>
              <a:srgbClr val="FF7800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6C9E658-9D62-B678-036B-795FFA6F4AAD}"/>
                </a:ext>
              </a:extLst>
            </p:cNvPr>
            <p:cNvSpPr/>
            <p:nvPr/>
          </p:nvSpPr>
          <p:spPr>
            <a:xfrm>
              <a:off x="600002" y="6896425"/>
              <a:ext cx="94867" cy="71095"/>
            </a:xfrm>
            <a:custGeom>
              <a:avLst/>
              <a:gdLst>
                <a:gd name="connsiteX0" fmla="*/ 91388 w 94867"/>
                <a:gd name="connsiteY0" fmla="*/ 3478 h 71095"/>
                <a:gd name="connsiteX1" fmla="*/ 91388 w 94867"/>
                <a:gd name="connsiteY1" fmla="*/ 20107 h 71095"/>
                <a:gd name="connsiteX2" fmla="*/ 77246 w 94867"/>
                <a:gd name="connsiteY2" fmla="*/ 22030 h 71095"/>
                <a:gd name="connsiteX3" fmla="*/ 69552 w 94867"/>
                <a:gd name="connsiteY3" fmla="*/ 29722 h 71095"/>
                <a:gd name="connsiteX4" fmla="*/ 67629 w 94867"/>
                <a:gd name="connsiteY4" fmla="*/ 43862 h 71095"/>
                <a:gd name="connsiteX5" fmla="*/ 53487 w 94867"/>
                <a:gd name="connsiteY5" fmla="*/ 45785 h 71095"/>
                <a:gd name="connsiteX6" fmla="*/ 45793 w 94867"/>
                <a:gd name="connsiteY6" fmla="*/ 53477 h 71095"/>
                <a:gd name="connsiteX7" fmla="*/ 43870 w 94867"/>
                <a:gd name="connsiteY7" fmla="*/ 67617 h 71095"/>
                <a:gd name="connsiteX8" fmla="*/ 27238 w 94867"/>
                <a:gd name="connsiteY8" fmla="*/ 67617 h 71095"/>
                <a:gd name="connsiteX9" fmla="*/ 25315 w 94867"/>
                <a:gd name="connsiteY9" fmla="*/ 53477 h 71095"/>
                <a:gd name="connsiteX10" fmla="*/ 17621 w 94867"/>
                <a:gd name="connsiteY10" fmla="*/ 45785 h 71095"/>
                <a:gd name="connsiteX11" fmla="*/ 3479 w 94867"/>
                <a:gd name="connsiteY11" fmla="*/ 43862 h 71095"/>
                <a:gd name="connsiteX12" fmla="*/ 3479 w 94867"/>
                <a:gd name="connsiteY12" fmla="*/ 27234 h 71095"/>
                <a:gd name="connsiteX13" fmla="*/ 20111 w 94867"/>
                <a:gd name="connsiteY13" fmla="*/ 27234 h 71095"/>
                <a:gd name="connsiteX14" fmla="*/ 22034 w 94867"/>
                <a:gd name="connsiteY14" fmla="*/ 41374 h 71095"/>
                <a:gd name="connsiteX15" fmla="*/ 29727 w 94867"/>
                <a:gd name="connsiteY15" fmla="*/ 49066 h 71095"/>
                <a:gd name="connsiteX16" fmla="*/ 41494 w 94867"/>
                <a:gd name="connsiteY16" fmla="*/ 49066 h 71095"/>
                <a:gd name="connsiteX17" fmla="*/ 49187 w 94867"/>
                <a:gd name="connsiteY17" fmla="*/ 41374 h 71095"/>
                <a:gd name="connsiteX18" fmla="*/ 51111 w 94867"/>
                <a:gd name="connsiteY18" fmla="*/ 27234 h 71095"/>
                <a:gd name="connsiteX19" fmla="*/ 65253 w 94867"/>
                <a:gd name="connsiteY19" fmla="*/ 25311 h 71095"/>
                <a:gd name="connsiteX20" fmla="*/ 72947 w 94867"/>
                <a:gd name="connsiteY20" fmla="*/ 17618 h 71095"/>
                <a:gd name="connsiteX21" fmla="*/ 74870 w 94867"/>
                <a:gd name="connsiteY21" fmla="*/ 3478 h 71095"/>
                <a:gd name="connsiteX22" fmla="*/ 91501 w 94867"/>
                <a:gd name="connsiteY22" fmla="*/ 3478 h 71095"/>
                <a:gd name="connsiteX23" fmla="*/ 91388 w 94867"/>
                <a:gd name="connsiteY23" fmla="*/ 3478 h 7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867" h="71095">
                  <a:moveTo>
                    <a:pt x="91388" y="3478"/>
                  </a:moveTo>
                  <a:cubicBezTo>
                    <a:pt x="96027" y="8116"/>
                    <a:pt x="96027" y="15582"/>
                    <a:pt x="91388" y="20107"/>
                  </a:cubicBezTo>
                  <a:cubicBezTo>
                    <a:pt x="87541" y="23953"/>
                    <a:pt x="81658" y="24632"/>
                    <a:pt x="77246" y="22030"/>
                  </a:cubicBezTo>
                  <a:lnTo>
                    <a:pt x="69552" y="29722"/>
                  </a:lnTo>
                  <a:cubicBezTo>
                    <a:pt x="72155" y="34247"/>
                    <a:pt x="71476" y="40016"/>
                    <a:pt x="67629" y="43862"/>
                  </a:cubicBezTo>
                  <a:cubicBezTo>
                    <a:pt x="63782" y="47708"/>
                    <a:pt x="57899" y="48387"/>
                    <a:pt x="53487" y="45785"/>
                  </a:cubicBezTo>
                  <a:lnTo>
                    <a:pt x="45793" y="53477"/>
                  </a:lnTo>
                  <a:cubicBezTo>
                    <a:pt x="48395" y="58002"/>
                    <a:pt x="47716" y="63771"/>
                    <a:pt x="43870" y="67617"/>
                  </a:cubicBezTo>
                  <a:cubicBezTo>
                    <a:pt x="39231" y="72255"/>
                    <a:pt x="31764" y="72255"/>
                    <a:pt x="27238" y="67617"/>
                  </a:cubicBezTo>
                  <a:cubicBezTo>
                    <a:pt x="23392" y="63771"/>
                    <a:pt x="22713" y="57889"/>
                    <a:pt x="25315" y="53477"/>
                  </a:cubicBezTo>
                  <a:lnTo>
                    <a:pt x="17621" y="45785"/>
                  </a:lnTo>
                  <a:cubicBezTo>
                    <a:pt x="13096" y="48387"/>
                    <a:pt x="7326" y="47708"/>
                    <a:pt x="3479" y="43862"/>
                  </a:cubicBezTo>
                  <a:cubicBezTo>
                    <a:pt x="-1160" y="39224"/>
                    <a:pt x="-1160" y="31758"/>
                    <a:pt x="3479" y="27234"/>
                  </a:cubicBezTo>
                  <a:cubicBezTo>
                    <a:pt x="8118" y="22596"/>
                    <a:pt x="15585" y="22596"/>
                    <a:pt x="20111" y="27234"/>
                  </a:cubicBezTo>
                  <a:cubicBezTo>
                    <a:pt x="23957" y="31080"/>
                    <a:pt x="24636" y="36962"/>
                    <a:pt x="22034" y="41374"/>
                  </a:cubicBezTo>
                  <a:lnTo>
                    <a:pt x="29727" y="49066"/>
                  </a:lnTo>
                  <a:cubicBezTo>
                    <a:pt x="33348" y="47030"/>
                    <a:pt x="37873" y="47030"/>
                    <a:pt x="41494" y="49066"/>
                  </a:cubicBezTo>
                  <a:lnTo>
                    <a:pt x="49187" y="41374"/>
                  </a:lnTo>
                  <a:cubicBezTo>
                    <a:pt x="46585" y="36849"/>
                    <a:pt x="47264" y="31080"/>
                    <a:pt x="51111" y="27234"/>
                  </a:cubicBezTo>
                  <a:cubicBezTo>
                    <a:pt x="54957" y="23388"/>
                    <a:pt x="60841" y="22709"/>
                    <a:pt x="65253" y="25311"/>
                  </a:cubicBezTo>
                  <a:lnTo>
                    <a:pt x="72947" y="17618"/>
                  </a:lnTo>
                  <a:cubicBezTo>
                    <a:pt x="70344" y="13094"/>
                    <a:pt x="71023" y="7325"/>
                    <a:pt x="74870" y="3478"/>
                  </a:cubicBezTo>
                  <a:cubicBezTo>
                    <a:pt x="79509" y="-1159"/>
                    <a:pt x="86976" y="-1159"/>
                    <a:pt x="91501" y="3478"/>
                  </a:cubicBezTo>
                  <a:lnTo>
                    <a:pt x="91388" y="3478"/>
                  </a:lnTo>
                  <a:close/>
                </a:path>
              </a:pathLst>
            </a:custGeom>
            <a:solidFill>
              <a:srgbClr val="FFFFFF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43" name="Graphic 24">
              <a:extLst>
                <a:ext uri="{FF2B5EF4-FFF2-40B4-BE49-F238E27FC236}">
                  <a16:creationId xmlns:a16="http://schemas.microsoft.com/office/drawing/2014/main" id="{9254D94D-38D5-DB08-32BE-29FD93F9819A}"/>
                </a:ext>
              </a:extLst>
            </p:cNvPr>
            <p:cNvGrpSpPr/>
            <p:nvPr/>
          </p:nvGrpSpPr>
          <p:grpSpPr>
            <a:xfrm>
              <a:off x="1643571" y="6843457"/>
              <a:ext cx="56846" cy="79433"/>
              <a:chOff x="1643571" y="6843457"/>
              <a:chExt cx="56846" cy="79433"/>
            </a:xfrm>
            <a:solidFill>
              <a:srgbClr val="4A106E"/>
            </a:solidFill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F3224C5-97EE-C90B-D9D5-CEA3785518F6}"/>
                  </a:ext>
                </a:extLst>
              </p:cNvPr>
              <p:cNvSpPr/>
              <p:nvPr/>
            </p:nvSpPr>
            <p:spPr>
              <a:xfrm>
                <a:off x="1643571" y="6843457"/>
                <a:ext cx="15500" cy="21945"/>
              </a:xfrm>
              <a:custGeom>
                <a:avLst/>
                <a:gdLst>
                  <a:gd name="connsiteX0" fmla="*/ 7806 w 15500"/>
                  <a:gd name="connsiteY0" fmla="*/ 21832 h 21945"/>
                  <a:gd name="connsiteX1" fmla="*/ 3847 w 15500"/>
                  <a:gd name="connsiteY1" fmla="*/ 21040 h 21945"/>
                  <a:gd name="connsiteX2" fmla="*/ 1131 w 15500"/>
                  <a:gd name="connsiteY2" fmla="*/ 18891 h 21945"/>
                  <a:gd name="connsiteX3" fmla="*/ 0 w 15500"/>
                  <a:gd name="connsiteY3" fmla="*/ 15611 h 21945"/>
                  <a:gd name="connsiteX4" fmla="*/ 3281 w 15500"/>
                  <a:gd name="connsiteY4" fmla="*/ 15611 h 21945"/>
                  <a:gd name="connsiteX5" fmla="*/ 4073 w 15500"/>
                  <a:gd name="connsiteY5" fmla="*/ 17534 h 21945"/>
                  <a:gd name="connsiteX6" fmla="*/ 5770 w 15500"/>
                  <a:gd name="connsiteY6" fmla="*/ 18665 h 21945"/>
                  <a:gd name="connsiteX7" fmla="*/ 8033 w 15500"/>
                  <a:gd name="connsiteY7" fmla="*/ 19004 h 21945"/>
                  <a:gd name="connsiteX8" fmla="*/ 10296 w 15500"/>
                  <a:gd name="connsiteY8" fmla="*/ 18665 h 21945"/>
                  <a:gd name="connsiteX9" fmla="*/ 11993 w 15500"/>
                  <a:gd name="connsiteY9" fmla="*/ 17534 h 21945"/>
                  <a:gd name="connsiteX10" fmla="*/ 12558 w 15500"/>
                  <a:gd name="connsiteY10" fmla="*/ 15837 h 21945"/>
                  <a:gd name="connsiteX11" fmla="*/ 11993 w 15500"/>
                  <a:gd name="connsiteY11" fmla="*/ 14253 h 21945"/>
                  <a:gd name="connsiteX12" fmla="*/ 10635 w 15500"/>
                  <a:gd name="connsiteY12" fmla="*/ 13348 h 21945"/>
                  <a:gd name="connsiteX13" fmla="*/ 8485 w 15500"/>
                  <a:gd name="connsiteY13" fmla="*/ 12556 h 21945"/>
                  <a:gd name="connsiteX14" fmla="*/ 5996 w 15500"/>
                  <a:gd name="connsiteY14" fmla="*/ 11764 h 21945"/>
                  <a:gd name="connsiteX15" fmla="*/ 2036 w 15500"/>
                  <a:gd name="connsiteY15" fmla="*/ 9615 h 21945"/>
                  <a:gd name="connsiteX16" fmla="*/ 452 w 15500"/>
                  <a:gd name="connsiteY16" fmla="*/ 6222 h 21945"/>
                  <a:gd name="connsiteX17" fmla="*/ 1358 w 15500"/>
                  <a:gd name="connsiteY17" fmla="*/ 2941 h 21945"/>
                  <a:gd name="connsiteX18" fmla="*/ 4073 w 15500"/>
                  <a:gd name="connsiteY18" fmla="*/ 792 h 21945"/>
                  <a:gd name="connsiteX19" fmla="*/ 7920 w 15500"/>
                  <a:gd name="connsiteY19" fmla="*/ 0 h 21945"/>
                  <a:gd name="connsiteX20" fmla="*/ 11766 w 15500"/>
                  <a:gd name="connsiteY20" fmla="*/ 792 h 21945"/>
                  <a:gd name="connsiteX21" fmla="*/ 14256 w 15500"/>
                  <a:gd name="connsiteY21" fmla="*/ 2941 h 21945"/>
                  <a:gd name="connsiteX22" fmla="*/ 15161 w 15500"/>
                  <a:gd name="connsiteY22" fmla="*/ 5995 h 21945"/>
                  <a:gd name="connsiteX23" fmla="*/ 12106 w 15500"/>
                  <a:gd name="connsiteY23" fmla="*/ 5995 h 21945"/>
                  <a:gd name="connsiteX24" fmla="*/ 10748 w 15500"/>
                  <a:gd name="connsiteY24" fmla="*/ 3733 h 21945"/>
                  <a:gd name="connsiteX25" fmla="*/ 7693 w 15500"/>
                  <a:gd name="connsiteY25" fmla="*/ 2941 h 21945"/>
                  <a:gd name="connsiteX26" fmla="*/ 5431 w 15500"/>
                  <a:gd name="connsiteY26" fmla="*/ 3280 h 21945"/>
                  <a:gd name="connsiteX27" fmla="*/ 3847 w 15500"/>
                  <a:gd name="connsiteY27" fmla="*/ 4412 h 21945"/>
                  <a:gd name="connsiteX28" fmla="*/ 3281 w 15500"/>
                  <a:gd name="connsiteY28" fmla="*/ 5995 h 21945"/>
                  <a:gd name="connsiteX29" fmla="*/ 3847 w 15500"/>
                  <a:gd name="connsiteY29" fmla="*/ 7579 h 21945"/>
                  <a:gd name="connsiteX30" fmla="*/ 5431 w 15500"/>
                  <a:gd name="connsiteY30" fmla="*/ 8484 h 21945"/>
                  <a:gd name="connsiteX31" fmla="*/ 7128 w 15500"/>
                  <a:gd name="connsiteY31" fmla="*/ 9050 h 21945"/>
                  <a:gd name="connsiteX32" fmla="*/ 9277 w 15500"/>
                  <a:gd name="connsiteY32" fmla="*/ 9615 h 21945"/>
                  <a:gd name="connsiteX33" fmla="*/ 11427 w 15500"/>
                  <a:gd name="connsiteY33" fmla="*/ 10407 h 21945"/>
                  <a:gd name="connsiteX34" fmla="*/ 13350 w 15500"/>
                  <a:gd name="connsiteY34" fmla="*/ 11538 h 21945"/>
                  <a:gd name="connsiteX35" fmla="*/ 14934 w 15500"/>
                  <a:gd name="connsiteY35" fmla="*/ 13235 h 21945"/>
                  <a:gd name="connsiteX36" fmla="*/ 15500 w 15500"/>
                  <a:gd name="connsiteY36" fmla="*/ 15724 h 21945"/>
                  <a:gd name="connsiteX37" fmla="*/ 14595 w 15500"/>
                  <a:gd name="connsiteY37" fmla="*/ 19004 h 21945"/>
                  <a:gd name="connsiteX38" fmla="*/ 11880 w 15500"/>
                  <a:gd name="connsiteY38" fmla="*/ 21153 h 21945"/>
                  <a:gd name="connsiteX39" fmla="*/ 7693 w 15500"/>
                  <a:gd name="connsiteY39" fmla="*/ 21945 h 21945"/>
                  <a:gd name="connsiteX40" fmla="*/ 7920 w 15500"/>
                  <a:gd name="connsiteY40" fmla="*/ 21719 h 21945"/>
                  <a:gd name="connsiteX41" fmla="*/ 7806 w 15500"/>
                  <a:gd name="connsiteY41" fmla="*/ 21719 h 21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5500" h="21945">
                    <a:moveTo>
                      <a:pt x="7806" y="21832"/>
                    </a:moveTo>
                    <a:cubicBezTo>
                      <a:pt x="6223" y="21832"/>
                      <a:pt x="4978" y="21606"/>
                      <a:pt x="3847" y="21040"/>
                    </a:cubicBezTo>
                    <a:cubicBezTo>
                      <a:pt x="2715" y="20475"/>
                      <a:pt x="1697" y="19909"/>
                      <a:pt x="1131" y="18891"/>
                    </a:cubicBezTo>
                    <a:cubicBezTo>
                      <a:pt x="566" y="17873"/>
                      <a:pt x="226" y="16742"/>
                      <a:pt x="0" y="15611"/>
                    </a:cubicBezTo>
                    <a:lnTo>
                      <a:pt x="3281" y="15611"/>
                    </a:lnTo>
                    <a:cubicBezTo>
                      <a:pt x="3281" y="16402"/>
                      <a:pt x="3620" y="16968"/>
                      <a:pt x="4073" y="17534"/>
                    </a:cubicBezTo>
                    <a:cubicBezTo>
                      <a:pt x="4526" y="18099"/>
                      <a:pt x="4978" y="18439"/>
                      <a:pt x="5770" y="18665"/>
                    </a:cubicBezTo>
                    <a:cubicBezTo>
                      <a:pt x="6562" y="18891"/>
                      <a:pt x="7128" y="19004"/>
                      <a:pt x="8033" y="19004"/>
                    </a:cubicBezTo>
                    <a:cubicBezTo>
                      <a:pt x="8938" y="19004"/>
                      <a:pt x="9730" y="19004"/>
                      <a:pt x="10296" y="18665"/>
                    </a:cubicBezTo>
                    <a:cubicBezTo>
                      <a:pt x="10861" y="18325"/>
                      <a:pt x="11427" y="17873"/>
                      <a:pt x="11993" y="17534"/>
                    </a:cubicBezTo>
                    <a:cubicBezTo>
                      <a:pt x="12558" y="17194"/>
                      <a:pt x="12558" y="16402"/>
                      <a:pt x="12558" y="15837"/>
                    </a:cubicBezTo>
                    <a:cubicBezTo>
                      <a:pt x="12558" y="15271"/>
                      <a:pt x="12558" y="14706"/>
                      <a:pt x="11993" y="14253"/>
                    </a:cubicBezTo>
                    <a:cubicBezTo>
                      <a:pt x="11427" y="13801"/>
                      <a:pt x="11201" y="13461"/>
                      <a:pt x="10635" y="13348"/>
                    </a:cubicBezTo>
                    <a:cubicBezTo>
                      <a:pt x="10069" y="13235"/>
                      <a:pt x="9277" y="12783"/>
                      <a:pt x="8485" y="12556"/>
                    </a:cubicBezTo>
                    <a:lnTo>
                      <a:pt x="5996" y="11764"/>
                    </a:lnTo>
                    <a:cubicBezTo>
                      <a:pt x="4299" y="11425"/>
                      <a:pt x="2942" y="10633"/>
                      <a:pt x="2036" y="9615"/>
                    </a:cubicBezTo>
                    <a:cubicBezTo>
                      <a:pt x="1131" y="8597"/>
                      <a:pt x="452" y="7466"/>
                      <a:pt x="452" y="6222"/>
                    </a:cubicBezTo>
                    <a:cubicBezTo>
                      <a:pt x="452" y="4977"/>
                      <a:pt x="792" y="3959"/>
                      <a:pt x="1358" y="2941"/>
                    </a:cubicBezTo>
                    <a:cubicBezTo>
                      <a:pt x="1923" y="1923"/>
                      <a:pt x="2942" y="1357"/>
                      <a:pt x="4073" y="792"/>
                    </a:cubicBezTo>
                    <a:cubicBezTo>
                      <a:pt x="5204" y="226"/>
                      <a:pt x="6336" y="0"/>
                      <a:pt x="7920" y="0"/>
                    </a:cubicBezTo>
                    <a:cubicBezTo>
                      <a:pt x="9504" y="0"/>
                      <a:pt x="10635" y="226"/>
                      <a:pt x="11766" y="792"/>
                    </a:cubicBezTo>
                    <a:cubicBezTo>
                      <a:pt x="12898" y="1357"/>
                      <a:pt x="13690" y="1923"/>
                      <a:pt x="14256" y="2941"/>
                    </a:cubicBezTo>
                    <a:cubicBezTo>
                      <a:pt x="14821" y="3959"/>
                      <a:pt x="15161" y="4864"/>
                      <a:pt x="15161" y="5995"/>
                    </a:cubicBezTo>
                    <a:lnTo>
                      <a:pt x="12106" y="5995"/>
                    </a:lnTo>
                    <a:cubicBezTo>
                      <a:pt x="12106" y="5090"/>
                      <a:pt x="11540" y="4299"/>
                      <a:pt x="10748" y="3733"/>
                    </a:cubicBezTo>
                    <a:cubicBezTo>
                      <a:pt x="9956" y="3167"/>
                      <a:pt x="9051" y="2941"/>
                      <a:pt x="7693" y="2941"/>
                    </a:cubicBezTo>
                    <a:cubicBezTo>
                      <a:pt x="6336" y="2941"/>
                      <a:pt x="6109" y="2941"/>
                      <a:pt x="5431" y="3280"/>
                    </a:cubicBezTo>
                    <a:cubicBezTo>
                      <a:pt x="4752" y="3620"/>
                      <a:pt x="4299" y="3846"/>
                      <a:pt x="3847" y="4412"/>
                    </a:cubicBezTo>
                    <a:cubicBezTo>
                      <a:pt x="3394" y="4977"/>
                      <a:pt x="3281" y="5317"/>
                      <a:pt x="3281" y="5995"/>
                    </a:cubicBezTo>
                    <a:cubicBezTo>
                      <a:pt x="3281" y="6674"/>
                      <a:pt x="3507" y="7127"/>
                      <a:pt x="3847" y="7579"/>
                    </a:cubicBezTo>
                    <a:cubicBezTo>
                      <a:pt x="4186" y="8032"/>
                      <a:pt x="4752" y="8371"/>
                      <a:pt x="5431" y="8484"/>
                    </a:cubicBezTo>
                    <a:cubicBezTo>
                      <a:pt x="6109" y="8597"/>
                      <a:pt x="6562" y="8823"/>
                      <a:pt x="7128" y="9050"/>
                    </a:cubicBezTo>
                    <a:lnTo>
                      <a:pt x="9277" y="9615"/>
                    </a:lnTo>
                    <a:cubicBezTo>
                      <a:pt x="9843" y="9615"/>
                      <a:pt x="10635" y="9955"/>
                      <a:pt x="11427" y="10407"/>
                    </a:cubicBezTo>
                    <a:cubicBezTo>
                      <a:pt x="12219" y="10860"/>
                      <a:pt x="12785" y="10973"/>
                      <a:pt x="13350" y="11538"/>
                    </a:cubicBezTo>
                    <a:cubicBezTo>
                      <a:pt x="13916" y="12104"/>
                      <a:pt x="14482" y="12443"/>
                      <a:pt x="14934" y="13235"/>
                    </a:cubicBezTo>
                    <a:cubicBezTo>
                      <a:pt x="15387" y="14027"/>
                      <a:pt x="15500" y="14819"/>
                      <a:pt x="15500" y="15724"/>
                    </a:cubicBezTo>
                    <a:cubicBezTo>
                      <a:pt x="15500" y="16629"/>
                      <a:pt x="15161" y="17986"/>
                      <a:pt x="14595" y="19004"/>
                    </a:cubicBezTo>
                    <a:cubicBezTo>
                      <a:pt x="14029" y="20022"/>
                      <a:pt x="13011" y="20701"/>
                      <a:pt x="11880" y="21153"/>
                    </a:cubicBezTo>
                    <a:cubicBezTo>
                      <a:pt x="10748" y="21606"/>
                      <a:pt x="9390" y="21945"/>
                      <a:pt x="7693" y="21945"/>
                    </a:cubicBezTo>
                    <a:lnTo>
                      <a:pt x="7920" y="21719"/>
                    </a:lnTo>
                    <a:lnTo>
                      <a:pt x="7806" y="21719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53FDE4D3-8D7A-3AD3-2085-C57991C38B0A}"/>
                  </a:ext>
                </a:extLst>
              </p:cNvPr>
              <p:cNvSpPr/>
              <p:nvPr/>
            </p:nvSpPr>
            <p:spPr>
              <a:xfrm>
                <a:off x="1662691" y="6843909"/>
                <a:ext cx="21949" cy="21266"/>
              </a:xfrm>
              <a:custGeom>
                <a:avLst/>
                <a:gdLst>
                  <a:gd name="connsiteX0" fmla="*/ 339 w 21949"/>
                  <a:gd name="connsiteY0" fmla="*/ 21040 h 21266"/>
                  <a:gd name="connsiteX1" fmla="*/ 339 w 21949"/>
                  <a:gd name="connsiteY1" fmla="*/ 0 h 21266"/>
                  <a:gd name="connsiteX2" fmla="*/ 5091 w 21949"/>
                  <a:gd name="connsiteY2" fmla="*/ 0 h 21266"/>
                  <a:gd name="connsiteX3" fmla="*/ 9730 w 21949"/>
                  <a:gd name="connsiteY3" fmla="*/ 11991 h 21266"/>
                  <a:gd name="connsiteX4" fmla="*/ 10069 w 21949"/>
                  <a:gd name="connsiteY4" fmla="*/ 13348 h 21266"/>
                  <a:gd name="connsiteX5" fmla="*/ 10635 w 21949"/>
                  <a:gd name="connsiteY5" fmla="*/ 15045 h 21266"/>
                  <a:gd name="connsiteX6" fmla="*/ 11201 w 21949"/>
                  <a:gd name="connsiteY6" fmla="*/ 16968 h 21266"/>
                  <a:gd name="connsiteX7" fmla="*/ 11540 w 21949"/>
                  <a:gd name="connsiteY7" fmla="*/ 18665 h 21266"/>
                  <a:gd name="connsiteX8" fmla="*/ 10748 w 21949"/>
                  <a:gd name="connsiteY8" fmla="*/ 18665 h 21266"/>
                  <a:gd name="connsiteX9" fmla="*/ 11088 w 21949"/>
                  <a:gd name="connsiteY9" fmla="*/ 16968 h 21266"/>
                  <a:gd name="connsiteX10" fmla="*/ 11653 w 21949"/>
                  <a:gd name="connsiteY10" fmla="*/ 15045 h 21266"/>
                  <a:gd name="connsiteX11" fmla="*/ 12219 w 21949"/>
                  <a:gd name="connsiteY11" fmla="*/ 13348 h 21266"/>
                  <a:gd name="connsiteX12" fmla="*/ 12559 w 21949"/>
                  <a:gd name="connsiteY12" fmla="*/ 11991 h 21266"/>
                  <a:gd name="connsiteX13" fmla="*/ 17197 w 21949"/>
                  <a:gd name="connsiteY13" fmla="*/ 0 h 21266"/>
                  <a:gd name="connsiteX14" fmla="*/ 21949 w 21949"/>
                  <a:gd name="connsiteY14" fmla="*/ 0 h 21266"/>
                  <a:gd name="connsiteX15" fmla="*/ 21949 w 21949"/>
                  <a:gd name="connsiteY15" fmla="*/ 21040 h 21266"/>
                  <a:gd name="connsiteX16" fmla="*/ 18668 w 21949"/>
                  <a:gd name="connsiteY16" fmla="*/ 21040 h 21266"/>
                  <a:gd name="connsiteX17" fmla="*/ 18668 w 21949"/>
                  <a:gd name="connsiteY17" fmla="*/ 2376 h 21266"/>
                  <a:gd name="connsiteX18" fmla="*/ 18894 w 21949"/>
                  <a:gd name="connsiteY18" fmla="*/ 2376 h 21266"/>
                  <a:gd name="connsiteX19" fmla="*/ 18329 w 21949"/>
                  <a:gd name="connsiteY19" fmla="*/ 4525 h 21266"/>
                  <a:gd name="connsiteX20" fmla="*/ 17763 w 21949"/>
                  <a:gd name="connsiteY20" fmla="*/ 6674 h 21266"/>
                  <a:gd name="connsiteX21" fmla="*/ 17197 w 21949"/>
                  <a:gd name="connsiteY21" fmla="*/ 8597 h 21266"/>
                  <a:gd name="connsiteX22" fmla="*/ 16632 w 21949"/>
                  <a:gd name="connsiteY22" fmla="*/ 9955 h 21266"/>
                  <a:gd name="connsiteX23" fmla="*/ 12445 w 21949"/>
                  <a:gd name="connsiteY23" fmla="*/ 21267 h 21266"/>
                  <a:gd name="connsiteX24" fmla="*/ 9730 w 21949"/>
                  <a:gd name="connsiteY24" fmla="*/ 21267 h 21266"/>
                  <a:gd name="connsiteX25" fmla="*/ 5318 w 21949"/>
                  <a:gd name="connsiteY25" fmla="*/ 9955 h 21266"/>
                  <a:gd name="connsiteX26" fmla="*/ 4752 w 21949"/>
                  <a:gd name="connsiteY26" fmla="*/ 8597 h 21266"/>
                  <a:gd name="connsiteX27" fmla="*/ 4186 w 21949"/>
                  <a:gd name="connsiteY27" fmla="*/ 6674 h 21266"/>
                  <a:gd name="connsiteX28" fmla="*/ 3621 w 21949"/>
                  <a:gd name="connsiteY28" fmla="*/ 4525 h 21266"/>
                  <a:gd name="connsiteX29" fmla="*/ 2828 w 21949"/>
                  <a:gd name="connsiteY29" fmla="*/ 2376 h 21266"/>
                  <a:gd name="connsiteX30" fmla="*/ 3055 w 21949"/>
                  <a:gd name="connsiteY30" fmla="*/ 2376 h 21266"/>
                  <a:gd name="connsiteX31" fmla="*/ 3055 w 21949"/>
                  <a:gd name="connsiteY31" fmla="*/ 21040 h 21266"/>
                  <a:gd name="connsiteX32" fmla="*/ 0 w 21949"/>
                  <a:gd name="connsiteY32" fmla="*/ 21040 h 21266"/>
                  <a:gd name="connsiteX33" fmla="*/ 339 w 21949"/>
                  <a:gd name="connsiteY33" fmla="*/ 21040 h 21266"/>
                  <a:gd name="connsiteX34" fmla="*/ 339 w 21949"/>
                  <a:gd name="connsiteY34" fmla="*/ 21040 h 2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1949" h="21266">
                    <a:moveTo>
                      <a:pt x="339" y="21040"/>
                    </a:moveTo>
                    <a:lnTo>
                      <a:pt x="339" y="0"/>
                    </a:lnTo>
                    <a:lnTo>
                      <a:pt x="5091" y="0"/>
                    </a:lnTo>
                    <a:lnTo>
                      <a:pt x="9730" y="11991"/>
                    </a:lnTo>
                    <a:cubicBezTo>
                      <a:pt x="9730" y="12330"/>
                      <a:pt x="9956" y="12783"/>
                      <a:pt x="10069" y="13348"/>
                    </a:cubicBezTo>
                    <a:cubicBezTo>
                      <a:pt x="10183" y="13914"/>
                      <a:pt x="10409" y="14479"/>
                      <a:pt x="10635" y="15045"/>
                    </a:cubicBezTo>
                    <a:cubicBezTo>
                      <a:pt x="10861" y="15611"/>
                      <a:pt x="10975" y="16402"/>
                      <a:pt x="11201" y="16968"/>
                    </a:cubicBezTo>
                    <a:cubicBezTo>
                      <a:pt x="11427" y="17534"/>
                      <a:pt x="11540" y="18099"/>
                      <a:pt x="11540" y="18665"/>
                    </a:cubicBezTo>
                    <a:lnTo>
                      <a:pt x="10748" y="18665"/>
                    </a:lnTo>
                    <a:cubicBezTo>
                      <a:pt x="10748" y="18325"/>
                      <a:pt x="10975" y="17760"/>
                      <a:pt x="11088" y="16968"/>
                    </a:cubicBezTo>
                    <a:cubicBezTo>
                      <a:pt x="11201" y="16176"/>
                      <a:pt x="11427" y="15837"/>
                      <a:pt x="11653" y="15045"/>
                    </a:cubicBezTo>
                    <a:cubicBezTo>
                      <a:pt x="11880" y="14253"/>
                      <a:pt x="11993" y="13914"/>
                      <a:pt x="12219" y="13348"/>
                    </a:cubicBezTo>
                    <a:cubicBezTo>
                      <a:pt x="12445" y="12783"/>
                      <a:pt x="12559" y="12443"/>
                      <a:pt x="12559" y="11991"/>
                    </a:cubicBezTo>
                    <a:lnTo>
                      <a:pt x="17197" y="0"/>
                    </a:lnTo>
                    <a:lnTo>
                      <a:pt x="21949" y="0"/>
                    </a:lnTo>
                    <a:lnTo>
                      <a:pt x="21949" y="21040"/>
                    </a:lnTo>
                    <a:lnTo>
                      <a:pt x="18668" y="21040"/>
                    </a:lnTo>
                    <a:lnTo>
                      <a:pt x="18668" y="2376"/>
                    </a:lnTo>
                    <a:lnTo>
                      <a:pt x="18894" y="2376"/>
                    </a:lnTo>
                    <a:cubicBezTo>
                      <a:pt x="18894" y="3167"/>
                      <a:pt x="18555" y="3733"/>
                      <a:pt x="18329" y="4525"/>
                    </a:cubicBezTo>
                    <a:cubicBezTo>
                      <a:pt x="18102" y="5317"/>
                      <a:pt x="17989" y="5882"/>
                      <a:pt x="17763" y="6674"/>
                    </a:cubicBezTo>
                    <a:cubicBezTo>
                      <a:pt x="17537" y="7466"/>
                      <a:pt x="17423" y="8032"/>
                      <a:pt x="17197" y="8597"/>
                    </a:cubicBezTo>
                    <a:cubicBezTo>
                      <a:pt x="16971" y="9163"/>
                      <a:pt x="16858" y="9502"/>
                      <a:pt x="16632" y="9955"/>
                    </a:cubicBezTo>
                    <a:lnTo>
                      <a:pt x="12445" y="21267"/>
                    </a:lnTo>
                    <a:lnTo>
                      <a:pt x="9730" y="21267"/>
                    </a:lnTo>
                    <a:lnTo>
                      <a:pt x="5318" y="9955"/>
                    </a:lnTo>
                    <a:cubicBezTo>
                      <a:pt x="5318" y="9615"/>
                      <a:pt x="4978" y="9163"/>
                      <a:pt x="4752" y="8597"/>
                    </a:cubicBezTo>
                    <a:cubicBezTo>
                      <a:pt x="4526" y="8032"/>
                      <a:pt x="4412" y="7466"/>
                      <a:pt x="4186" y="6674"/>
                    </a:cubicBezTo>
                    <a:cubicBezTo>
                      <a:pt x="3960" y="5882"/>
                      <a:pt x="3847" y="5317"/>
                      <a:pt x="3621" y="4525"/>
                    </a:cubicBezTo>
                    <a:cubicBezTo>
                      <a:pt x="3394" y="3733"/>
                      <a:pt x="3281" y="2941"/>
                      <a:pt x="2828" y="2376"/>
                    </a:cubicBezTo>
                    <a:lnTo>
                      <a:pt x="3055" y="2376"/>
                    </a:lnTo>
                    <a:lnTo>
                      <a:pt x="3055" y="21040"/>
                    </a:lnTo>
                    <a:lnTo>
                      <a:pt x="0" y="21040"/>
                    </a:lnTo>
                    <a:lnTo>
                      <a:pt x="339" y="21040"/>
                    </a:lnTo>
                    <a:lnTo>
                      <a:pt x="339" y="21040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F27B025-A1AC-5A48-9B8B-83A1DF41DFBF}"/>
              </a:ext>
            </a:extLst>
          </p:cNvPr>
          <p:cNvGrpSpPr/>
          <p:nvPr/>
        </p:nvGrpSpPr>
        <p:grpSpPr>
          <a:xfrm>
            <a:off x="6575344" y="3799333"/>
            <a:ext cx="2692481" cy="2150620"/>
            <a:chOff x="8107686" y="3508443"/>
            <a:chExt cx="3957010" cy="316066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46FA8D1-1362-DE8B-7064-5CDBDED1E891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CC103B1-0F1D-7374-3C8F-DE8A699C175A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155AE2-72C4-83B0-F2ED-69B5472363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2A91205-1260-A548-2794-A1CAA6B1D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5913939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8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-left-with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83531A-AA96-44AC-74CD-2BAAA14D5E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5727" y="4260926"/>
            <a:ext cx="5205757" cy="3932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938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Footnote or reference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A3035D-339F-CC3C-6361-4527189849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16012" y="1151773"/>
            <a:ext cx="2656117" cy="2656118"/>
          </a:xfrm>
          <a:prstGeom prst="ellipse">
            <a:avLst/>
          </a:prstGeom>
          <a:noFill/>
        </p:spPr>
        <p:txBody>
          <a:bodyPr anchor="ctr" anchorCtr="0"/>
          <a:lstStyle>
            <a:lvl1pPr marL="0" indent="0" algn="ctr">
              <a:buNone/>
              <a:defRPr sz="135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6E3729-EE6E-FEB3-45AA-157FBE24D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2709757-85FD-503C-B32B-11858BE286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5059998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ber-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B9AFF40-290C-E8F7-FB68-AC644D08AC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3069" y="0"/>
            <a:ext cx="3050931" cy="5143500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F0B130C-7770-0B8B-489C-49EFA559DF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432" y="1194122"/>
            <a:ext cx="4628642" cy="295488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Add text here lorem ipsum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53C76B-EC6E-9D0F-24C0-DD7245F201EF}"/>
              </a:ext>
            </a:extLst>
          </p:cNvPr>
          <p:cNvGrpSpPr/>
          <p:nvPr/>
        </p:nvGrpSpPr>
        <p:grpSpPr>
          <a:xfrm rot="10800000">
            <a:off x="85725" y="-509996"/>
            <a:ext cx="1883556" cy="1504491"/>
            <a:chOff x="8107686" y="3508443"/>
            <a:chExt cx="3957010" cy="316066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5F51952-00C3-50A7-376E-958B81DD95C3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91BF20A-72C2-50DD-8E6A-1E18F19D3848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828355254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-text-image-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810DF6-A440-F1D4-F4C7-E4451EED15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667" y="1992085"/>
            <a:ext cx="4017533" cy="2385138"/>
          </a:xfrm>
          <a:prstGeom prst="rect">
            <a:avLst/>
          </a:prstGeom>
          <a:noFill/>
        </p:spPr>
        <p:txBody>
          <a:bodyPr lIns="0" tIns="91440" rIns="0" bIns="0" anchor="t" anchorCtr="0">
            <a:noAutofit/>
          </a:bodyPr>
          <a:lstStyle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FBC64C-44ED-9A72-44D9-35EF614F5F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8618" y="1031433"/>
            <a:ext cx="4114800" cy="3569662"/>
          </a:xfrm>
          <a:prstGeom prst="roundRect">
            <a:avLst>
              <a:gd name="adj" fmla="val 6859"/>
            </a:avLst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21B7EBB-4D06-AEFB-69CB-B0026BD09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782" y="1663742"/>
            <a:ext cx="4028419" cy="24884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Headline here position as needed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3BFD24-A470-E14D-E3E4-8B3592E2F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93446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69121B-3135-DB96-C910-106468FF2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590224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5522105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nth-event-ne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FBC64C-44ED-9A72-44D9-35EF614F5F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04115" y="478972"/>
            <a:ext cx="3099303" cy="4122123"/>
          </a:xfrm>
          <a:prstGeom prst="roundRect">
            <a:avLst>
              <a:gd name="adj" fmla="val 5322"/>
            </a:avLst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3BFD24-A470-E14D-E3E4-8B3592E2F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534559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69121B-3135-DB96-C910-106468FF2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5337698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02AA090-2702-CFE2-520F-F35B18A74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404258"/>
            <a:ext cx="4793456" cy="2688770"/>
          </a:xfrm>
          <a:prstGeom prst="roundRect">
            <a:avLst>
              <a:gd name="adj" fmla="val 6121"/>
            </a:avLst>
          </a:prstGeom>
          <a:solidFill>
            <a:schemeClr val="accent4">
              <a:lumMod val="40000"/>
              <a:lumOff val="60000"/>
              <a:alpha val="59674"/>
            </a:schemeClr>
          </a:solidFill>
        </p:spPr>
        <p:txBody>
          <a:bodyPr lIns="182880" tIns="822960" rIns="18288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7DCCC6-C4B5-D527-8885-818281A304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4952" y="1687381"/>
            <a:ext cx="4394658" cy="27122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and place subhead</a:t>
            </a:r>
          </a:p>
        </p:txBody>
      </p:sp>
    </p:spTree>
    <p:extLst>
      <p:ext uri="{BB962C8B-B14F-4D97-AF65-F5344CB8AC3E}">
        <p14:creationId xmlns:p14="http://schemas.microsoft.com/office/powerpoint/2010/main" val="151085956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nth-event-news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FBC64C-44ED-9A72-44D9-35EF614F5F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04115" y="478972"/>
            <a:ext cx="3099303" cy="4122123"/>
          </a:xfrm>
          <a:prstGeom prst="roundRect">
            <a:avLst>
              <a:gd name="adj" fmla="val 5322"/>
            </a:avLst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02AA090-2702-CFE2-520F-F35B18A74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404258"/>
            <a:ext cx="4793456" cy="2872468"/>
          </a:xfrm>
          <a:prstGeom prst="round2DiagRect">
            <a:avLst>
              <a:gd name="adj1" fmla="val 7456"/>
              <a:gd name="adj2" fmla="val 0"/>
            </a:avLst>
          </a:prstGeom>
          <a:solidFill>
            <a:schemeClr val="accent1"/>
          </a:solidFill>
        </p:spPr>
        <p:txBody>
          <a:bodyPr lIns="182880" tIns="822960" rIns="182880" bIns="0" anchor="t" anchorCtr="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163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7DCCC6-C4B5-D527-8885-818281A304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4952" y="1687381"/>
            <a:ext cx="4394658" cy="27122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and place subhead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7984A1-3640-7175-E719-0E85592052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5317288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Add Name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57DD443-4165-C611-FC7E-CAF3F431BF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4F3D01-BBC3-9FF3-BD2F-DDB18D8256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788670"/>
            <a:ext cx="5317288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their title here</a:t>
            </a:r>
          </a:p>
        </p:txBody>
      </p:sp>
    </p:spTree>
    <p:extLst>
      <p:ext uri="{BB962C8B-B14F-4D97-AF65-F5344CB8AC3E}">
        <p14:creationId xmlns:p14="http://schemas.microsoft.com/office/powerpoint/2010/main" val="7947132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DD75B-1459-AE94-287C-071581B28CE4}"/>
              </a:ext>
            </a:extLst>
          </p:cNvPr>
          <p:cNvCxnSpPr/>
          <p:nvPr/>
        </p:nvCxnSpPr>
        <p:spPr>
          <a:xfrm>
            <a:off x="4572000" y="1570042"/>
            <a:ext cx="0" cy="25015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BE77CED0-AB44-26F9-B250-A2C54AE2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737627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4A82628-ECAE-DCA4-A75A-80FEB8D893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80A028BB-BEA3-4EC6-ACFA-5A2A27FF24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595438"/>
            <a:ext cx="4022440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43C4248-131B-679B-A6C0-8200A5FB67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4867" y="1595438"/>
            <a:ext cx="3976419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34586018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2DA3EF-C31F-1224-2927-7F0A550DA0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595438"/>
            <a:ext cx="4022440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32BB702-7450-4AF6-7A07-2712EB695A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4867" y="1595438"/>
            <a:ext cx="3976419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C232399-9A58-CAD1-7C0A-5DE07310CF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85BFFF-AD7A-021F-EA26-27E3F530A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5" y="438912"/>
            <a:ext cx="779999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C1692C-76B6-F615-9D51-E6CF6CD36F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6412049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</p:spTree>
    <p:extLst>
      <p:ext uri="{BB962C8B-B14F-4D97-AF65-F5344CB8AC3E}">
        <p14:creationId xmlns:p14="http://schemas.microsoft.com/office/powerpoint/2010/main" val="293315822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n-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2DA3EF-C31F-1224-2927-7F0A550DA0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169268"/>
            <a:ext cx="4312459" cy="3438315"/>
          </a:xfrm>
          <a:prstGeom prst="roundRect">
            <a:avLst>
              <a:gd name="adj" fmla="val 6121"/>
            </a:avLst>
          </a:prstGeom>
          <a:solidFill>
            <a:schemeClr val="accent4">
              <a:lumMod val="40000"/>
              <a:lumOff val="60000"/>
              <a:alpha val="67000"/>
            </a:schemeClr>
          </a:solidFill>
        </p:spPr>
        <p:txBody>
          <a:bodyPr lIns="182880" tIns="0" rIns="9144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32BB702-7450-4AF6-7A07-2712EB695A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1226" y="1599922"/>
            <a:ext cx="2454222" cy="17714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2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60F51A3-A6D6-DC8E-3A2D-E5EDF5F2203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87573" y="1169268"/>
            <a:ext cx="1288801" cy="1540317"/>
          </a:xfrm>
          <a:prstGeom prst="roundRect">
            <a:avLst>
              <a:gd name="adj" fmla="val 6859"/>
            </a:avLst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35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13DBB3-E045-164F-2465-DE8B97B64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6247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8906A75-9651-82F5-52D0-5393B7AAD6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1227" y="1219142"/>
            <a:ext cx="2569979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42236D4-55C8-C07E-3202-F8787DEFD1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226" y="3629776"/>
            <a:ext cx="4005147" cy="9778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text or quote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EAC908E-99E2-BFC5-F0E7-C8AB6AEC28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7572" y="2867698"/>
            <a:ext cx="1320684" cy="53288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1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caption or name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0E7C233-537A-F0BC-7CAB-C160256586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8600" y="2460744"/>
            <a:ext cx="3895075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and place subhead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8D7A919-5443-7080-ECB1-B0702F4B2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4192375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-employee-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2DA3EF-C31F-1224-2927-7F0A550DA0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230037"/>
            <a:ext cx="5146484" cy="1571551"/>
          </a:xfrm>
          <a:prstGeom prst="roundRect">
            <a:avLst>
              <a:gd name="adj" fmla="val 6121"/>
            </a:avLst>
          </a:prstGeom>
          <a:solidFill>
            <a:schemeClr val="accent4">
              <a:lumMod val="40000"/>
              <a:lumOff val="60000"/>
              <a:alpha val="74000"/>
            </a:schemeClr>
          </a:solidFill>
        </p:spPr>
        <p:txBody>
          <a:bodyPr lIns="182880" tIns="640080" rIns="91440" bIns="0" anchor="t" anchorCtr="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2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32BB702-7450-4AF6-7A07-2712EB695A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9962" y="3467014"/>
            <a:ext cx="4005146" cy="977807"/>
          </a:xfrm>
          <a:prstGeom prst="rect">
            <a:avLst/>
          </a:prstGeom>
        </p:spPr>
        <p:txBody>
          <a:bodyPr lIns="0" tIns="0" rIns="0" bIns="0" anchor="t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3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60F51A3-A6D6-DC8E-3A2D-E5EDF5F2203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22262" y="861143"/>
            <a:ext cx="2096502" cy="20965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35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13DBB3-E045-164F-2465-DE8B97B64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6247"/>
            <a:ext cx="597902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Add Name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8906A75-9651-82F5-52D0-5393B7AAD6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9963" y="3052756"/>
            <a:ext cx="4000430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past positions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0E7C233-537A-F0BC-7CAB-C160256586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962" y="1401212"/>
            <a:ext cx="4612373" cy="2509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responsibilities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8D7A919-5443-7080-ECB1-B0702F4B2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B6E163-FBC9-0E7D-1365-D55754D153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5979029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their title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A27DDC4-43EF-037E-5CAF-70B2D54272A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81679" y="3467014"/>
            <a:ext cx="4005146" cy="937583"/>
          </a:xfrm>
          <a:prstGeom prst="rect">
            <a:avLst/>
          </a:prstGeom>
        </p:spPr>
        <p:txBody>
          <a:bodyPr lIns="0" tIns="0" rIns="0" bIns="0" anchor="t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3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DBA05FB-B658-8F01-81C7-F384E684E25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86393" y="3052755"/>
            <a:ext cx="3632368" cy="29164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personal, hobbies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0523A7-FC00-F0EC-4E8A-C0A8435141A0}"/>
              </a:ext>
            </a:extLst>
          </p:cNvPr>
          <p:cNvCxnSpPr/>
          <p:nvPr/>
        </p:nvCxnSpPr>
        <p:spPr>
          <a:xfrm>
            <a:off x="4670385" y="3034468"/>
            <a:ext cx="0" cy="141035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5684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9D61E8-F24F-D979-A0A6-C71638FD0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789235"/>
            <a:ext cx="7820356" cy="90572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185166" indent="-342900">
              <a:lnSpc>
                <a:spcPct val="90000"/>
              </a:lnSpc>
              <a:defRPr sz="3225" b="0" i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r>
              <a:rPr lang="en-US"/>
              <a:t>“Click to edit text and highlight key words with orange.”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53B74F-6183-533C-FEF6-36DECB4D7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301" y="3023498"/>
            <a:ext cx="4148799" cy="44886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350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 algn="r"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— Author Name, Title, Company 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B93168-8328-9A9B-56E4-00FB3A4F47DB}"/>
              </a:ext>
            </a:extLst>
          </p:cNvPr>
          <p:cNvGrpSpPr/>
          <p:nvPr/>
        </p:nvGrpSpPr>
        <p:grpSpPr>
          <a:xfrm>
            <a:off x="6561106" y="3762375"/>
            <a:ext cx="2485250" cy="1985095"/>
            <a:chOff x="8107686" y="3508443"/>
            <a:chExt cx="3957010" cy="316066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C4ABCACF-5327-41DE-6207-0EF62067F66A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026D91D-406F-13CB-1A74-95A0137ED2F3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96504830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B73393-6DC5-CED7-1AF8-C258AF470ABE}"/>
              </a:ext>
            </a:extLst>
          </p:cNvPr>
          <p:cNvSpPr/>
          <p:nvPr/>
        </p:nvSpPr>
        <p:spPr>
          <a:xfrm>
            <a:off x="-930" y="4771329"/>
            <a:ext cx="3919787" cy="355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0" name="Google Shape;24;p11">
            <a:extLst>
              <a:ext uri="{FF2B5EF4-FFF2-40B4-BE49-F238E27FC236}">
                <a16:creationId xmlns:a16="http://schemas.microsoft.com/office/drawing/2014/main" id="{E75089D2-54A2-D117-BB04-D9DC0D251727}"/>
              </a:ext>
            </a:extLst>
          </p:cNvPr>
          <p:cNvSpPr txBox="1"/>
          <p:nvPr/>
        </p:nvSpPr>
        <p:spPr>
          <a:xfrm>
            <a:off x="377190" y="4882896"/>
            <a:ext cx="313953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Proxima Nova"/>
              <a:buNone/>
            </a:pPr>
            <a:r>
              <a:rPr lang="en-US" sz="600" b="0" i="0" u="none" strike="noStrike">
                <a:solidFill>
                  <a:schemeClr val="accent1">
                    <a:alpha val="60000"/>
                  </a:schemeClr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 u="none" strike="noStrike" cap="none">
                <a:solidFill>
                  <a:schemeClr val="accent1">
                    <a:alpha val="6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  <a:endParaRPr sz="600" b="0" i="0" u="none" strike="noStrike" cap="none">
              <a:solidFill>
                <a:schemeClr val="accent1">
                  <a:alpha val="60000"/>
                </a:schemeClr>
              </a:solidFill>
              <a:latin typeface="Segoe UI Semilight" panose="020B0402040204020203" pitchFamily="34" charset="0"/>
              <a:ea typeface="Proxima Nova Rg"/>
              <a:cs typeface="Segoe UI Semilight" panose="020B0402040204020203" pitchFamily="34" charset="0"/>
              <a:sym typeface="Proxima Nov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E13C56-C2F4-B1E0-C110-3CCE47813E48}"/>
              </a:ext>
            </a:extLst>
          </p:cNvPr>
          <p:cNvGrpSpPr/>
          <p:nvPr/>
        </p:nvGrpSpPr>
        <p:grpSpPr>
          <a:xfrm>
            <a:off x="248340" y="1721810"/>
            <a:ext cx="1689092" cy="288036"/>
            <a:chOff x="510709" y="1902047"/>
            <a:chExt cx="2252123" cy="384048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69C92A8-3A7B-FBD6-E514-3830A0D8F8F3}"/>
                </a:ext>
              </a:extLst>
            </p:cNvPr>
            <p:cNvSpPr/>
            <p:nvPr userDrawn="1"/>
          </p:nvSpPr>
          <p:spPr>
            <a:xfrm>
              <a:off x="2515251" y="1922764"/>
              <a:ext cx="123455" cy="217419"/>
            </a:xfrm>
            <a:custGeom>
              <a:avLst/>
              <a:gdLst>
                <a:gd name="connsiteX0" fmla="*/ 141922 w 141921"/>
                <a:gd name="connsiteY0" fmla="*/ 249940 h 249939"/>
                <a:gd name="connsiteX1" fmla="*/ 122417 w 141921"/>
                <a:gd name="connsiteY1" fmla="*/ 249940 h 249939"/>
                <a:gd name="connsiteX2" fmla="*/ 122417 w 141921"/>
                <a:gd name="connsiteY2" fmla="*/ 126763 h 249939"/>
                <a:gd name="connsiteX3" fmla="*/ 78532 w 141921"/>
                <a:gd name="connsiteY3" fmla="*/ 82204 h 249939"/>
                <a:gd name="connsiteX4" fmla="*/ 19505 w 141921"/>
                <a:gd name="connsiteY4" fmla="*/ 113190 h 249939"/>
                <a:gd name="connsiteX5" fmla="*/ 19505 w 141921"/>
                <a:gd name="connsiteY5" fmla="*/ 249940 h 249939"/>
                <a:gd name="connsiteX6" fmla="*/ 0 w 141921"/>
                <a:gd name="connsiteY6" fmla="*/ 249940 h 249939"/>
                <a:gd name="connsiteX7" fmla="*/ 0 w 141921"/>
                <a:gd name="connsiteY7" fmla="*/ 0 h 249939"/>
                <a:gd name="connsiteX8" fmla="*/ 19505 w 141921"/>
                <a:gd name="connsiteY8" fmla="*/ 0 h 249939"/>
                <a:gd name="connsiteX9" fmla="*/ 19505 w 141921"/>
                <a:gd name="connsiteY9" fmla="*/ 96288 h 249939"/>
                <a:gd name="connsiteX10" fmla="*/ 84948 w 141921"/>
                <a:gd name="connsiteY10" fmla="*/ 64534 h 249939"/>
                <a:gd name="connsiteX11" fmla="*/ 141922 w 141921"/>
                <a:gd name="connsiteY11" fmla="*/ 122665 h 249939"/>
                <a:gd name="connsiteX12" fmla="*/ 141922 w 141921"/>
                <a:gd name="connsiteY12" fmla="*/ 249940 h 249939"/>
                <a:gd name="connsiteX13" fmla="*/ 141922 w 141921"/>
                <a:gd name="connsiteY13" fmla="*/ 249940 h 24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1921" h="249939">
                  <a:moveTo>
                    <a:pt x="141922" y="249940"/>
                  </a:moveTo>
                  <a:lnTo>
                    <a:pt x="122417" y="249940"/>
                  </a:lnTo>
                  <a:lnTo>
                    <a:pt x="122417" y="126763"/>
                  </a:lnTo>
                  <a:cubicBezTo>
                    <a:pt x="122417" y="91935"/>
                    <a:pt x="104709" y="82204"/>
                    <a:pt x="78532" y="82204"/>
                  </a:cubicBezTo>
                  <a:cubicBezTo>
                    <a:pt x="52355" y="82204"/>
                    <a:pt x="31310" y="96801"/>
                    <a:pt x="19505" y="113190"/>
                  </a:cubicBezTo>
                  <a:lnTo>
                    <a:pt x="19505" y="249940"/>
                  </a:lnTo>
                  <a:lnTo>
                    <a:pt x="0" y="249940"/>
                  </a:lnTo>
                  <a:lnTo>
                    <a:pt x="0" y="0"/>
                  </a:lnTo>
                  <a:lnTo>
                    <a:pt x="19505" y="0"/>
                  </a:lnTo>
                  <a:lnTo>
                    <a:pt x="19505" y="96288"/>
                  </a:lnTo>
                  <a:cubicBezTo>
                    <a:pt x="32593" y="80667"/>
                    <a:pt x="58514" y="64534"/>
                    <a:pt x="84948" y="64534"/>
                  </a:cubicBezTo>
                  <a:cubicBezTo>
                    <a:pt x="111382" y="64534"/>
                    <a:pt x="141922" y="81691"/>
                    <a:pt x="141922" y="122665"/>
                  </a:cubicBezTo>
                  <a:lnTo>
                    <a:pt x="141922" y="249940"/>
                  </a:lnTo>
                  <a:lnTo>
                    <a:pt x="141922" y="24994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E0908B9-0F80-163A-07D1-A4CD8CDCCED5}"/>
                </a:ext>
              </a:extLst>
            </p:cNvPr>
            <p:cNvSpPr/>
            <p:nvPr userDrawn="1"/>
          </p:nvSpPr>
          <p:spPr>
            <a:xfrm>
              <a:off x="2402511" y="1939694"/>
              <a:ext cx="83941" cy="204275"/>
            </a:xfrm>
            <a:custGeom>
              <a:avLst/>
              <a:gdLst>
                <a:gd name="connsiteX0" fmla="*/ 65700 w 96496"/>
                <a:gd name="connsiteY0" fmla="*/ 234831 h 234830"/>
                <a:gd name="connsiteX1" fmla="*/ 30027 w 96496"/>
                <a:gd name="connsiteY1" fmla="*/ 195394 h 234830"/>
                <a:gd name="connsiteX2" fmla="*/ 30027 w 96496"/>
                <a:gd name="connsiteY2" fmla="*/ 66582 h 234830"/>
                <a:gd name="connsiteX3" fmla="*/ 0 w 96496"/>
                <a:gd name="connsiteY3" fmla="*/ 66582 h 234830"/>
                <a:gd name="connsiteX4" fmla="*/ 0 w 96496"/>
                <a:gd name="connsiteY4" fmla="*/ 49425 h 234830"/>
                <a:gd name="connsiteX5" fmla="*/ 30027 w 96496"/>
                <a:gd name="connsiteY5" fmla="*/ 49425 h 234830"/>
                <a:gd name="connsiteX6" fmla="*/ 30027 w 96496"/>
                <a:gd name="connsiteY6" fmla="*/ 0 h 234830"/>
                <a:gd name="connsiteX7" fmla="*/ 50045 w 96496"/>
                <a:gd name="connsiteY7" fmla="*/ 0 h 234830"/>
                <a:gd name="connsiteX8" fmla="*/ 50045 w 96496"/>
                <a:gd name="connsiteY8" fmla="*/ 49425 h 234830"/>
                <a:gd name="connsiteX9" fmla="*/ 86744 w 96496"/>
                <a:gd name="connsiteY9" fmla="*/ 49425 h 234830"/>
                <a:gd name="connsiteX10" fmla="*/ 86744 w 96496"/>
                <a:gd name="connsiteY10" fmla="*/ 66582 h 234830"/>
                <a:gd name="connsiteX11" fmla="*/ 50045 w 96496"/>
                <a:gd name="connsiteY11" fmla="*/ 66582 h 234830"/>
                <a:gd name="connsiteX12" fmla="*/ 50045 w 96496"/>
                <a:gd name="connsiteY12" fmla="*/ 192321 h 234830"/>
                <a:gd name="connsiteX13" fmla="*/ 68780 w 96496"/>
                <a:gd name="connsiteY13" fmla="*/ 217161 h 234830"/>
                <a:gd name="connsiteX14" fmla="*/ 89054 w 96496"/>
                <a:gd name="connsiteY14" fmla="*/ 208454 h 234830"/>
                <a:gd name="connsiteX15" fmla="*/ 96497 w 96496"/>
                <a:gd name="connsiteY15" fmla="*/ 223307 h 234830"/>
                <a:gd name="connsiteX16" fmla="*/ 65700 w 96496"/>
                <a:gd name="connsiteY16" fmla="*/ 234575 h 234830"/>
                <a:gd name="connsiteX17" fmla="*/ 65700 w 96496"/>
                <a:gd name="connsiteY17" fmla="*/ 234575 h 23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6496" h="234830">
                  <a:moveTo>
                    <a:pt x="65700" y="234831"/>
                  </a:moveTo>
                  <a:cubicBezTo>
                    <a:pt x="41576" y="234831"/>
                    <a:pt x="30027" y="220234"/>
                    <a:pt x="30027" y="195394"/>
                  </a:cubicBezTo>
                  <a:lnTo>
                    <a:pt x="30027" y="66582"/>
                  </a:lnTo>
                  <a:lnTo>
                    <a:pt x="0" y="66582"/>
                  </a:lnTo>
                  <a:lnTo>
                    <a:pt x="0" y="49425"/>
                  </a:lnTo>
                  <a:lnTo>
                    <a:pt x="30027" y="49425"/>
                  </a:lnTo>
                  <a:lnTo>
                    <a:pt x="30027" y="0"/>
                  </a:lnTo>
                  <a:lnTo>
                    <a:pt x="50045" y="0"/>
                  </a:lnTo>
                  <a:lnTo>
                    <a:pt x="50045" y="49425"/>
                  </a:lnTo>
                  <a:lnTo>
                    <a:pt x="86744" y="49425"/>
                  </a:lnTo>
                  <a:lnTo>
                    <a:pt x="86744" y="66582"/>
                  </a:lnTo>
                  <a:lnTo>
                    <a:pt x="50045" y="66582"/>
                  </a:lnTo>
                  <a:lnTo>
                    <a:pt x="50045" y="192321"/>
                  </a:lnTo>
                  <a:cubicBezTo>
                    <a:pt x="50045" y="206917"/>
                    <a:pt x="55948" y="217161"/>
                    <a:pt x="68780" y="217161"/>
                  </a:cubicBezTo>
                  <a:cubicBezTo>
                    <a:pt x="81612" y="217161"/>
                    <a:pt x="84948" y="213064"/>
                    <a:pt x="89054" y="208454"/>
                  </a:cubicBezTo>
                  <a:lnTo>
                    <a:pt x="96497" y="223307"/>
                  </a:lnTo>
                  <a:cubicBezTo>
                    <a:pt x="89311" y="229965"/>
                    <a:pt x="80842" y="234575"/>
                    <a:pt x="65700" y="234575"/>
                  </a:cubicBezTo>
                  <a:lnTo>
                    <a:pt x="65700" y="234575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4D249E9-5C2F-2866-3CC2-CA5B42A04E5B}"/>
                </a:ext>
              </a:extLst>
            </p:cNvPr>
            <p:cNvSpPr/>
            <p:nvPr userDrawn="1"/>
          </p:nvSpPr>
          <p:spPr>
            <a:xfrm>
              <a:off x="2355406" y="1922764"/>
              <a:ext cx="16966" cy="217419"/>
            </a:xfrm>
            <a:custGeom>
              <a:avLst/>
              <a:gdLst>
                <a:gd name="connsiteX0" fmla="*/ 0 w 19504"/>
                <a:gd name="connsiteY0" fmla="*/ 0 h 249939"/>
                <a:gd name="connsiteX1" fmla="*/ 19505 w 19504"/>
                <a:gd name="connsiteY1" fmla="*/ 0 h 249939"/>
                <a:gd name="connsiteX2" fmla="*/ 19505 w 19504"/>
                <a:gd name="connsiteY2" fmla="*/ 249940 h 249939"/>
                <a:gd name="connsiteX3" fmla="*/ 0 w 19504"/>
                <a:gd name="connsiteY3" fmla="*/ 249940 h 24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4" h="249939">
                  <a:moveTo>
                    <a:pt x="0" y="0"/>
                  </a:moveTo>
                  <a:lnTo>
                    <a:pt x="19505" y="0"/>
                  </a:lnTo>
                  <a:lnTo>
                    <a:pt x="19505" y="249940"/>
                  </a:lnTo>
                  <a:lnTo>
                    <a:pt x="0" y="24994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34719DB-85D4-2405-9F8E-49A186EC9455}"/>
                </a:ext>
              </a:extLst>
            </p:cNvPr>
            <p:cNvSpPr/>
            <p:nvPr userDrawn="1"/>
          </p:nvSpPr>
          <p:spPr>
            <a:xfrm>
              <a:off x="2176808" y="1979347"/>
              <a:ext cx="125688" cy="164846"/>
            </a:xfrm>
            <a:custGeom>
              <a:avLst/>
              <a:gdLst>
                <a:gd name="connsiteX0" fmla="*/ 70063 w 144488"/>
                <a:gd name="connsiteY0" fmla="*/ 173882 h 189503"/>
                <a:gd name="connsiteX1" fmla="*/ 124984 w 144488"/>
                <a:gd name="connsiteY1" fmla="*/ 149042 h 189503"/>
                <a:gd name="connsiteX2" fmla="*/ 124984 w 144488"/>
                <a:gd name="connsiteY2" fmla="*/ 109349 h 189503"/>
                <a:gd name="connsiteX3" fmla="*/ 70063 w 144488"/>
                <a:gd name="connsiteY3" fmla="*/ 84252 h 189503"/>
                <a:gd name="connsiteX4" fmla="*/ 20531 w 144488"/>
                <a:gd name="connsiteY4" fmla="*/ 129323 h 189503"/>
                <a:gd name="connsiteX5" fmla="*/ 70063 w 144488"/>
                <a:gd name="connsiteY5" fmla="*/ 173882 h 189503"/>
                <a:gd name="connsiteX6" fmla="*/ 144488 w 144488"/>
                <a:gd name="connsiteY6" fmla="*/ 184894 h 189503"/>
                <a:gd name="connsiteX7" fmla="*/ 124984 w 144488"/>
                <a:gd name="connsiteY7" fmla="*/ 184894 h 189503"/>
                <a:gd name="connsiteX8" fmla="*/ 124984 w 144488"/>
                <a:gd name="connsiteY8" fmla="*/ 163639 h 189503"/>
                <a:gd name="connsiteX9" fmla="*/ 63390 w 144488"/>
                <a:gd name="connsiteY9" fmla="*/ 189504 h 189503"/>
                <a:gd name="connsiteX10" fmla="*/ 0 w 144488"/>
                <a:gd name="connsiteY10" fmla="*/ 129323 h 189503"/>
                <a:gd name="connsiteX11" fmla="*/ 63390 w 144488"/>
                <a:gd name="connsiteY11" fmla="*/ 69399 h 189503"/>
                <a:gd name="connsiteX12" fmla="*/ 124984 w 144488"/>
                <a:gd name="connsiteY12" fmla="*/ 95264 h 189503"/>
                <a:gd name="connsiteX13" fmla="*/ 124984 w 144488"/>
                <a:gd name="connsiteY13" fmla="*/ 58644 h 189503"/>
                <a:gd name="connsiteX14" fmla="*/ 76479 w 144488"/>
                <a:gd name="connsiteY14" fmla="*/ 17158 h 189503"/>
                <a:gd name="connsiteX15" fmla="*/ 19505 w 144488"/>
                <a:gd name="connsiteY15" fmla="*/ 43791 h 189503"/>
                <a:gd name="connsiteX16" fmla="*/ 8726 w 144488"/>
                <a:gd name="connsiteY16" fmla="*/ 30218 h 189503"/>
                <a:gd name="connsiteX17" fmla="*/ 78532 w 144488"/>
                <a:gd name="connsiteY17" fmla="*/ 0 h 189503"/>
                <a:gd name="connsiteX18" fmla="*/ 144488 w 144488"/>
                <a:gd name="connsiteY18" fmla="*/ 58132 h 189503"/>
                <a:gd name="connsiteX19" fmla="*/ 144488 w 144488"/>
                <a:gd name="connsiteY19" fmla="*/ 185406 h 189503"/>
                <a:gd name="connsiteX20" fmla="*/ 144488 w 144488"/>
                <a:gd name="connsiteY20" fmla="*/ 184894 h 18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4488" h="189503">
                  <a:moveTo>
                    <a:pt x="70063" y="173882"/>
                  </a:moveTo>
                  <a:cubicBezTo>
                    <a:pt x="91877" y="173882"/>
                    <a:pt x="112152" y="165688"/>
                    <a:pt x="124984" y="149042"/>
                  </a:cubicBezTo>
                  <a:lnTo>
                    <a:pt x="124984" y="109349"/>
                  </a:lnTo>
                  <a:cubicBezTo>
                    <a:pt x="112152" y="92447"/>
                    <a:pt x="91877" y="84252"/>
                    <a:pt x="70063" y="84252"/>
                  </a:cubicBezTo>
                  <a:cubicBezTo>
                    <a:pt x="48248" y="84252"/>
                    <a:pt x="20531" y="103459"/>
                    <a:pt x="20531" y="129323"/>
                  </a:cubicBezTo>
                  <a:cubicBezTo>
                    <a:pt x="20531" y="155188"/>
                    <a:pt x="40549" y="173882"/>
                    <a:pt x="70063" y="173882"/>
                  </a:cubicBezTo>
                  <a:close/>
                  <a:moveTo>
                    <a:pt x="144488" y="184894"/>
                  </a:moveTo>
                  <a:lnTo>
                    <a:pt x="124984" y="184894"/>
                  </a:lnTo>
                  <a:lnTo>
                    <a:pt x="124984" y="163639"/>
                  </a:lnTo>
                  <a:cubicBezTo>
                    <a:pt x="108815" y="181309"/>
                    <a:pt x="88541" y="189504"/>
                    <a:pt x="63390" y="189504"/>
                  </a:cubicBezTo>
                  <a:cubicBezTo>
                    <a:pt x="38239" y="189504"/>
                    <a:pt x="0" y="168248"/>
                    <a:pt x="0" y="129323"/>
                  </a:cubicBezTo>
                  <a:cubicBezTo>
                    <a:pt x="0" y="90398"/>
                    <a:pt x="31823" y="69399"/>
                    <a:pt x="63390" y="69399"/>
                  </a:cubicBezTo>
                  <a:cubicBezTo>
                    <a:pt x="94957" y="69399"/>
                    <a:pt x="109072" y="77594"/>
                    <a:pt x="124984" y="95264"/>
                  </a:cubicBezTo>
                  <a:lnTo>
                    <a:pt x="124984" y="58644"/>
                  </a:lnTo>
                  <a:cubicBezTo>
                    <a:pt x="124984" y="31755"/>
                    <a:pt x="103169" y="17158"/>
                    <a:pt x="76479" y="17158"/>
                  </a:cubicBezTo>
                  <a:cubicBezTo>
                    <a:pt x="49788" y="17158"/>
                    <a:pt x="35930" y="25096"/>
                    <a:pt x="19505" y="43791"/>
                  </a:cubicBezTo>
                  <a:lnTo>
                    <a:pt x="8726" y="30218"/>
                  </a:lnTo>
                  <a:cubicBezTo>
                    <a:pt x="27460" y="9987"/>
                    <a:pt x="48505" y="0"/>
                    <a:pt x="78532" y="0"/>
                  </a:cubicBezTo>
                  <a:cubicBezTo>
                    <a:pt x="108559" y="0"/>
                    <a:pt x="144488" y="17670"/>
                    <a:pt x="144488" y="58132"/>
                  </a:cubicBezTo>
                  <a:lnTo>
                    <a:pt x="144488" y="185406"/>
                  </a:lnTo>
                  <a:lnTo>
                    <a:pt x="144488" y="184894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A54A9A3-CB54-C278-6536-057E44113CD7}"/>
                </a:ext>
              </a:extLst>
            </p:cNvPr>
            <p:cNvSpPr/>
            <p:nvPr userDrawn="1"/>
          </p:nvSpPr>
          <p:spPr>
            <a:xfrm>
              <a:off x="1991065" y="1978678"/>
              <a:ext cx="150022" cy="165292"/>
            </a:xfrm>
            <a:custGeom>
              <a:avLst/>
              <a:gdLst>
                <a:gd name="connsiteX0" fmla="*/ 152701 w 172462"/>
                <a:gd name="connsiteY0" fmla="*/ 85789 h 190015"/>
                <a:gd name="connsiteX1" fmla="*/ 86744 w 172462"/>
                <a:gd name="connsiteY1" fmla="*/ 16902 h 190015"/>
                <a:gd name="connsiteX2" fmla="*/ 21045 w 172462"/>
                <a:gd name="connsiteY2" fmla="*/ 85789 h 190015"/>
                <a:gd name="connsiteX3" fmla="*/ 152701 w 172462"/>
                <a:gd name="connsiteY3" fmla="*/ 85789 h 190015"/>
                <a:gd name="connsiteX4" fmla="*/ 90594 w 172462"/>
                <a:gd name="connsiteY4" fmla="*/ 190016 h 190015"/>
                <a:gd name="connsiteX5" fmla="*/ 0 w 172462"/>
                <a:gd name="connsiteY5" fmla="*/ 94752 h 190015"/>
                <a:gd name="connsiteX6" fmla="*/ 87001 w 172462"/>
                <a:gd name="connsiteY6" fmla="*/ 0 h 190015"/>
                <a:gd name="connsiteX7" fmla="*/ 172462 w 172462"/>
                <a:gd name="connsiteY7" fmla="*/ 95776 h 190015"/>
                <a:gd name="connsiteX8" fmla="*/ 172462 w 172462"/>
                <a:gd name="connsiteY8" fmla="*/ 100898 h 190015"/>
                <a:gd name="connsiteX9" fmla="*/ 20788 w 172462"/>
                <a:gd name="connsiteY9" fmla="*/ 100898 h 190015"/>
                <a:gd name="connsiteX10" fmla="*/ 91621 w 172462"/>
                <a:gd name="connsiteY10" fmla="*/ 172858 h 190015"/>
                <a:gd name="connsiteX11" fmla="*/ 150904 w 172462"/>
                <a:gd name="connsiteY11" fmla="*/ 147762 h 190015"/>
                <a:gd name="connsiteX12" fmla="*/ 160913 w 172462"/>
                <a:gd name="connsiteY12" fmla="*/ 160566 h 190015"/>
                <a:gd name="connsiteX13" fmla="*/ 90081 w 172462"/>
                <a:gd name="connsiteY13" fmla="*/ 189760 h 190015"/>
                <a:gd name="connsiteX14" fmla="*/ 90594 w 172462"/>
                <a:gd name="connsiteY14" fmla="*/ 189760 h 19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462" h="190015">
                  <a:moveTo>
                    <a:pt x="152701" y="85789"/>
                  </a:moveTo>
                  <a:cubicBezTo>
                    <a:pt x="152701" y="55058"/>
                    <a:pt x="132170" y="16902"/>
                    <a:pt x="86744" y="16902"/>
                  </a:cubicBezTo>
                  <a:cubicBezTo>
                    <a:pt x="41319" y="16902"/>
                    <a:pt x="22584" y="54290"/>
                    <a:pt x="21045" y="85789"/>
                  </a:cubicBezTo>
                  <a:lnTo>
                    <a:pt x="152701" y="85789"/>
                  </a:lnTo>
                  <a:close/>
                  <a:moveTo>
                    <a:pt x="90594" y="190016"/>
                  </a:moveTo>
                  <a:cubicBezTo>
                    <a:pt x="37726" y="190016"/>
                    <a:pt x="0" y="150579"/>
                    <a:pt x="0" y="94752"/>
                  </a:cubicBezTo>
                  <a:cubicBezTo>
                    <a:pt x="0" y="38925"/>
                    <a:pt x="36700" y="0"/>
                    <a:pt x="87001" y="0"/>
                  </a:cubicBezTo>
                  <a:cubicBezTo>
                    <a:pt x="137302" y="0"/>
                    <a:pt x="172462" y="43535"/>
                    <a:pt x="172462" y="95776"/>
                  </a:cubicBezTo>
                  <a:lnTo>
                    <a:pt x="172462" y="100898"/>
                  </a:lnTo>
                  <a:lnTo>
                    <a:pt x="20788" y="100898"/>
                  </a:lnTo>
                  <a:cubicBezTo>
                    <a:pt x="22584" y="140335"/>
                    <a:pt x="49018" y="172858"/>
                    <a:pt x="91621" y="172858"/>
                  </a:cubicBezTo>
                  <a:cubicBezTo>
                    <a:pt x="134223" y="172858"/>
                    <a:pt x="135506" y="164151"/>
                    <a:pt x="150904" y="147762"/>
                  </a:cubicBezTo>
                  <a:lnTo>
                    <a:pt x="160913" y="160566"/>
                  </a:lnTo>
                  <a:cubicBezTo>
                    <a:pt x="142949" y="179260"/>
                    <a:pt x="120108" y="189760"/>
                    <a:pt x="90081" y="189760"/>
                  </a:cubicBezTo>
                  <a:lnTo>
                    <a:pt x="90594" y="18976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725B602-4225-F81A-10A8-51DD619BD913}"/>
                </a:ext>
              </a:extLst>
            </p:cNvPr>
            <p:cNvSpPr/>
            <p:nvPr userDrawn="1"/>
          </p:nvSpPr>
          <p:spPr>
            <a:xfrm>
              <a:off x="1823629" y="1922764"/>
              <a:ext cx="123455" cy="217419"/>
            </a:xfrm>
            <a:custGeom>
              <a:avLst/>
              <a:gdLst>
                <a:gd name="connsiteX0" fmla="*/ 141922 w 141921"/>
                <a:gd name="connsiteY0" fmla="*/ 249940 h 249939"/>
                <a:gd name="connsiteX1" fmla="*/ 122417 w 141921"/>
                <a:gd name="connsiteY1" fmla="*/ 249940 h 249939"/>
                <a:gd name="connsiteX2" fmla="*/ 122417 w 141921"/>
                <a:gd name="connsiteY2" fmla="*/ 126763 h 249939"/>
                <a:gd name="connsiteX3" fmla="*/ 78532 w 141921"/>
                <a:gd name="connsiteY3" fmla="*/ 82204 h 249939"/>
                <a:gd name="connsiteX4" fmla="*/ 19505 w 141921"/>
                <a:gd name="connsiteY4" fmla="*/ 113190 h 249939"/>
                <a:gd name="connsiteX5" fmla="*/ 19505 w 141921"/>
                <a:gd name="connsiteY5" fmla="*/ 249940 h 249939"/>
                <a:gd name="connsiteX6" fmla="*/ 0 w 141921"/>
                <a:gd name="connsiteY6" fmla="*/ 249940 h 249939"/>
                <a:gd name="connsiteX7" fmla="*/ 0 w 141921"/>
                <a:gd name="connsiteY7" fmla="*/ 0 h 249939"/>
                <a:gd name="connsiteX8" fmla="*/ 19505 w 141921"/>
                <a:gd name="connsiteY8" fmla="*/ 0 h 249939"/>
                <a:gd name="connsiteX9" fmla="*/ 19505 w 141921"/>
                <a:gd name="connsiteY9" fmla="*/ 96288 h 249939"/>
                <a:gd name="connsiteX10" fmla="*/ 84948 w 141921"/>
                <a:gd name="connsiteY10" fmla="*/ 64534 h 249939"/>
                <a:gd name="connsiteX11" fmla="*/ 141922 w 141921"/>
                <a:gd name="connsiteY11" fmla="*/ 122665 h 249939"/>
                <a:gd name="connsiteX12" fmla="*/ 141922 w 141921"/>
                <a:gd name="connsiteY12" fmla="*/ 249940 h 249939"/>
                <a:gd name="connsiteX13" fmla="*/ 141922 w 141921"/>
                <a:gd name="connsiteY13" fmla="*/ 249940 h 24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1921" h="249939">
                  <a:moveTo>
                    <a:pt x="141922" y="249940"/>
                  </a:moveTo>
                  <a:lnTo>
                    <a:pt x="122417" y="249940"/>
                  </a:lnTo>
                  <a:lnTo>
                    <a:pt x="122417" y="126763"/>
                  </a:lnTo>
                  <a:cubicBezTo>
                    <a:pt x="122417" y="91935"/>
                    <a:pt x="104709" y="82204"/>
                    <a:pt x="78532" y="82204"/>
                  </a:cubicBezTo>
                  <a:cubicBezTo>
                    <a:pt x="52354" y="82204"/>
                    <a:pt x="31310" y="96801"/>
                    <a:pt x="19505" y="113190"/>
                  </a:cubicBezTo>
                  <a:lnTo>
                    <a:pt x="19505" y="249940"/>
                  </a:lnTo>
                  <a:lnTo>
                    <a:pt x="0" y="249940"/>
                  </a:lnTo>
                  <a:lnTo>
                    <a:pt x="0" y="0"/>
                  </a:lnTo>
                  <a:lnTo>
                    <a:pt x="19505" y="0"/>
                  </a:lnTo>
                  <a:lnTo>
                    <a:pt x="19505" y="96288"/>
                  </a:lnTo>
                  <a:cubicBezTo>
                    <a:pt x="32593" y="80667"/>
                    <a:pt x="58514" y="64534"/>
                    <a:pt x="84948" y="64534"/>
                  </a:cubicBezTo>
                  <a:cubicBezTo>
                    <a:pt x="111382" y="64534"/>
                    <a:pt x="141922" y="81691"/>
                    <a:pt x="141922" y="122665"/>
                  </a:cubicBezTo>
                  <a:lnTo>
                    <a:pt x="141922" y="249940"/>
                  </a:lnTo>
                  <a:lnTo>
                    <a:pt x="141922" y="24994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51372F-CBB0-97DA-99EF-88A8DCAE7C2B}"/>
                </a:ext>
              </a:extLst>
            </p:cNvPr>
            <p:cNvSpPr/>
            <p:nvPr userDrawn="1"/>
          </p:nvSpPr>
          <p:spPr>
            <a:xfrm>
              <a:off x="1678742" y="1978678"/>
              <a:ext cx="85726" cy="161505"/>
            </a:xfrm>
            <a:custGeom>
              <a:avLst/>
              <a:gdLst>
                <a:gd name="connsiteX0" fmla="*/ 39523 w 98549"/>
                <a:gd name="connsiteY0" fmla="*/ 185662 h 185662"/>
                <a:gd name="connsiteX1" fmla="*/ 0 w 98549"/>
                <a:gd name="connsiteY1" fmla="*/ 185662 h 185662"/>
                <a:gd name="connsiteX2" fmla="*/ 0 w 98549"/>
                <a:gd name="connsiteY2" fmla="*/ 4610 h 185662"/>
                <a:gd name="connsiteX3" fmla="*/ 39523 w 98549"/>
                <a:gd name="connsiteY3" fmla="*/ 4610 h 185662"/>
                <a:gd name="connsiteX4" fmla="*/ 39523 w 98549"/>
                <a:gd name="connsiteY4" fmla="*/ 30730 h 185662"/>
                <a:gd name="connsiteX5" fmla="*/ 98550 w 98549"/>
                <a:gd name="connsiteY5" fmla="*/ 0 h 185662"/>
                <a:gd name="connsiteX6" fmla="*/ 98550 w 98549"/>
                <a:gd name="connsiteY6" fmla="*/ 38925 h 185662"/>
                <a:gd name="connsiteX7" fmla="*/ 86488 w 98549"/>
                <a:gd name="connsiteY7" fmla="*/ 37901 h 185662"/>
                <a:gd name="connsiteX8" fmla="*/ 39523 w 98549"/>
                <a:gd name="connsiteY8" fmla="*/ 62229 h 185662"/>
                <a:gd name="connsiteX9" fmla="*/ 39523 w 98549"/>
                <a:gd name="connsiteY9" fmla="*/ 185406 h 185662"/>
                <a:gd name="connsiteX10" fmla="*/ 39523 w 98549"/>
                <a:gd name="connsiteY10" fmla="*/ 185406 h 18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49" h="185662">
                  <a:moveTo>
                    <a:pt x="39523" y="185662"/>
                  </a:moveTo>
                  <a:lnTo>
                    <a:pt x="0" y="185662"/>
                  </a:lnTo>
                  <a:lnTo>
                    <a:pt x="0" y="4610"/>
                  </a:lnTo>
                  <a:lnTo>
                    <a:pt x="39523" y="4610"/>
                  </a:lnTo>
                  <a:lnTo>
                    <a:pt x="39523" y="30730"/>
                  </a:lnTo>
                  <a:cubicBezTo>
                    <a:pt x="53381" y="13573"/>
                    <a:pt x="75196" y="0"/>
                    <a:pt x="98550" y="0"/>
                  </a:cubicBezTo>
                  <a:lnTo>
                    <a:pt x="98550" y="38925"/>
                  </a:lnTo>
                  <a:cubicBezTo>
                    <a:pt x="95214" y="38157"/>
                    <a:pt x="91364" y="37901"/>
                    <a:pt x="86488" y="37901"/>
                  </a:cubicBezTo>
                  <a:cubicBezTo>
                    <a:pt x="69550" y="37901"/>
                    <a:pt x="47478" y="49169"/>
                    <a:pt x="39523" y="62229"/>
                  </a:cubicBezTo>
                  <a:lnTo>
                    <a:pt x="39523" y="185406"/>
                  </a:lnTo>
                  <a:lnTo>
                    <a:pt x="39523" y="185406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07E944-2E30-82BC-6543-B988A22B9935}"/>
                </a:ext>
              </a:extLst>
            </p:cNvPr>
            <p:cNvSpPr/>
            <p:nvPr userDrawn="1"/>
          </p:nvSpPr>
          <p:spPr>
            <a:xfrm>
              <a:off x="1487641" y="1978678"/>
              <a:ext cx="157389" cy="165292"/>
            </a:xfrm>
            <a:custGeom>
              <a:avLst/>
              <a:gdLst>
                <a:gd name="connsiteX0" fmla="*/ 142948 w 180931"/>
                <a:gd name="connsiteY0" fmla="*/ 79899 h 190015"/>
                <a:gd name="connsiteX1" fmla="*/ 91620 w 180931"/>
                <a:gd name="connsiteY1" fmla="*/ 32267 h 190015"/>
                <a:gd name="connsiteX2" fmla="*/ 41062 w 180931"/>
                <a:gd name="connsiteY2" fmla="*/ 79899 h 190015"/>
                <a:gd name="connsiteX3" fmla="*/ 143205 w 180931"/>
                <a:gd name="connsiteY3" fmla="*/ 79899 h 190015"/>
                <a:gd name="connsiteX4" fmla="*/ 143205 w 180931"/>
                <a:gd name="connsiteY4" fmla="*/ 79899 h 190015"/>
                <a:gd name="connsiteX5" fmla="*/ 94957 w 180931"/>
                <a:gd name="connsiteY5" fmla="*/ 190016 h 190015"/>
                <a:gd name="connsiteX6" fmla="*/ 0 w 180931"/>
                <a:gd name="connsiteY6" fmla="*/ 94752 h 190015"/>
                <a:gd name="connsiteX7" fmla="*/ 91877 w 180931"/>
                <a:gd name="connsiteY7" fmla="*/ 0 h 190015"/>
                <a:gd name="connsiteX8" fmla="*/ 180931 w 180931"/>
                <a:gd name="connsiteY8" fmla="*/ 98081 h 190015"/>
                <a:gd name="connsiteX9" fmla="*/ 180931 w 180931"/>
                <a:gd name="connsiteY9" fmla="*/ 107812 h 190015"/>
                <a:gd name="connsiteX10" fmla="*/ 41319 w 180931"/>
                <a:gd name="connsiteY10" fmla="*/ 107812 h 190015"/>
                <a:gd name="connsiteX11" fmla="*/ 98806 w 180931"/>
                <a:gd name="connsiteY11" fmla="*/ 157749 h 190015"/>
                <a:gd name="connsiteX12" fmla="*/ 150648 w 180931"/>
                <a:gd name="connsiteY12" fmla="*/ 137518 h 190015"/>
                <a:gd name="connsiteX13" fmla="*/ 168613 w 180931"/>
                <a:gd name="connsiteY13" fmla="*/ 163383 h 190015"/>
                <a:gd name="connsiteX14" fmla="*/ 94957 w 180931"/>
                <a:gd name="connsiteY14" fmla="*/ 190016 h 190015"/>
                <a:gd name="connsiteX15" fmla="*/ 94957 w 180931"/>
                <a:gd name="connsiteY15" fmla="*/ 190016 h 19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31" h="190015">
                  <a:moveTo>
                    <a:pt x="142948" y="79899"/>
                  </a:moveTo>
                  <a:cubicBezTo>
                    <a:pt x="141922" y="58644"/>
                    <a:pt x="127293" y="32267"/>
                    <a:pt x="91620" y="32267"/>
                  </a:cubicBezTo>
                  <a:cubicBezTo>
                    <a:pt x="55948" y="32267"/>
                    <a:pt x="42346" y="58132"/>
                    <a:pt x="41062" y="79899"/>
                  </a:cubicBezTo>
                  <a:lnTo>
                    <a:pt x="143205" y="79899"/>
                  </a:lnTo>
                  <a:lnTo>
                    <a:pt x="143205" y="79899"/>
                  </a:lnTo>
                  <a:close/>
                  <a:moveTo>
                    <a:pt x="94957" y="190016"/>
                  </a:moveTo>
                  <a:cubicBezTo>
                    <a:pt x="40036" y="190016"/>
                    <a:pt x="0" y="152115"/>
                    <a:pt x="0" y="94752"/>
                  </a:cubicBezTo>
                  <a:cubicBezTo>
                    <a:pt x="0" y="37389"/>
                    <a:pt x="38239" y="0"/>
                    <a:pt x="91877" y="0"/>
                  </a:cubicBezTo>
                  <a:cubicBezTo>
                    <a:pt x="145515" y="0"/>
                    <a:pt x="180931" y="41230"/>
                    <a:pt x="180931" y="98081"/>
                  </a:cubicBezTo>
                  <a:lnTo>
                    <a:pt x="180931" y="107812"/>
                  </a:lnTo>
                  <a:lnTo>
                    <a:pt x="41319" y="107812"/>
                  </a:lnTo>
                  <a:cubicBezTo>
                    <a:pt x="44399" y="134701"/>
                    <a:pt x="64673" y="157749"/>
                    <a:pt x="98806" y="157749"/>
                  </a:cubicBezTo>
                  <a:cubicBezTo>
                    <a:pt x="132940" y="157749"/>
                    <a:pt x="137559" y="150579"/>
                    <a:pt x="150648" y="137518"/>
                  </a:cubicBezTo>
                  <a:lnTo>
                    <a:pt x="168613" y="163383"/>
                  </a:lnTo>
                  <a:cubicBezTo>
                    <a:pt x="150134" y="180541"/>
                    <a:pt x="123444" y="190016"/>
                    <a:pt x="94957" y="190016"/>
                  </a:cubicBezTo>
                  <a:lnTo>
                    <a:pt x="94957" y="190016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26EA3D5-1A29-5DDD-6E04-204AC1C29A4D}"/>
                </a:ext>
              </a:extLst>
            </p:cNvPr>
            <p:cNvSpPr/>
            <p:nvPr userDrawn="1"/>
          </p:nvSpPr>
          <p:spPr>
            <a:xfrm>
              <a:off x="1297881" y="1979124"/>
              <a:ext cx="154934" cy="225215"/>
            </a:xfrm>
            <a:custGeom>
              <a:avLst/>
              <a:gdLst>
                <a:gd name="connsiteX0" fmla="*/ 91877 w 178108"/>
                <a:gd name="connsiteY0" fmla="*/ 150322 h 258902"/>
                <a:gd name="connsiteX1" fmla="*/ 138329 w 178108"/>
                <a:gd name="connsiteY1" fmla="*/ 126250 h 258902"/>
                <a:gd name="connsiteX2" fmla="*/ 138329 w 178108"/>
                <a:gd name="connsiteY2" fmla="*/ 58388 h 258902"/>
                <a:gd name="connsiteX3" fmla="*/ 91877 w 178108"/>
                <a:gd name="connsiteY3" fmla="*/ 34316 h 258902"/>
                <a:gd name="connsiteX4" fmla="*/ 40549 w 178108"/>
                <a:gd name="connsiteY4" fmla="*/ 92447 h 258902"/>
                <a:gd name="connsiteX5" fmla="*/ 91877 w 178108"/>
                <a:gd name="connsiteY5" fmla="*/ 150066 h 258902"/>
                <a:gd name="connsiteX6" fmla="*/ 91877 w 178108"/>
                <a:gd name="connsiteY6" fmla="*/ 150066 h 258902"/>
                <a:gd name="connsiteX7" fmla="*/ 84948 w 178108"/>
                <a:gd name="connsiteY7" fmla="*/ 258391 h 258902"/>
                <a:gd name="connsiteX8" fmla="*/ 8726 w 178108"/>
                <a:gd name="connsiteY8" fmla="*/ 231502 h 258902"/>
                <a:gd name="connsiteX9" fmla="*/ 27204 w 178108"/>
                <a:gd name="connsiteY9" fmla="*/ 203076 h 258902"/>
                <a:gd name="connsiteX10" fmla="*/ 84948 w 178108"/>
                <a:gd name="connsiteY10" fmla="*/ 226380 h 258902"/>
                <a:gd name="connsiteX11" fmla="*/ 138586 w 178108"/>
                <a:gd name="connsiteY11" fmla="*/ 175931 h 258902"/>
                <a:gd name="connsiteX12" fmla="*/ 138586 w 178108"/>
                <a:gd name="connsiteY12" fmla="*/ 155444 h 258902"/>
                <a:gd name="connsiteX13" fmla="*/ 80328 w 178108"/>
                <a:gd name="connsiteY13" fmla="*/ 185918 h 258902"/>
                <a:gd name="connsiteX14" fmla="*/ 0 w 178108"/>
                <a:gd name="connsiteY14" fmla="*/ 92959 h 258902"/>
                <a:gd name="connsiteX15" fmla="*/ 80328 w 178108"/>
                <a:gd name="connsiteY15" fmla="*/ 0 h 258902"/>
                <a:gd name="connsiteX16" fmla="*/ 138586 w 178108"/>
                <a:gd name="connsiteY16" fmla="*/ 29706 h 258902"/>
                <a:gd name="connsiteX17" fmla="*/ 138586 w 178108"/>
                <a:gd name="connsiteY17" fmla="*/ 4610 h 258902"/>
                <a:gd name="connsiteX18" fmla="*/ 178108 w 178108"/>
                <a:gd name="connsiteY18" fmla="*/ 4610 h 258902"/>
                <a:gd name="connsiteX19" fmla="*/ 178108 w 178108"/>
                <a:gd name="connsiteY19" fmla="*/ 176187 h 258902"/>
                <a:gd name="connsiteX20" fmla="*/ 84948 w 178108"/>
                <a:gd name="connsiteY20" fmla="*/ 258903 h 258902"/>
                <a:gd name="connsiteX21" fmla="*/ 84948 w 178108"/>
                <a:gd name="connsiteY21" fmla="*/ 258391 h 25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8108" h="258902">
                  <a:moveTo>
                    <a:pt x="91877" y="150322"/>
                  </a:moveTo>
                  <a:cubicBezTo>
                    <a:pt x="110355" y="150322"/>
                    <a:pt x="129347" y="139567"/>
                    <a:pt x="138329" y="126250"/>
                  </a:cubicBezTo>
                  <a:lnTo>
                    <a:pt x="138329" y="58388"/>
                  </a:lnTo>
                  <a:cubicBezTo>
                    <a:pt x="129347" y="45327"/>
                    <a:pt x="110099" y="34316"/>
                    <a:pt x="91877" y="34316"/>
                  </a:cubicBezTo>
                  <a:cubicBezTo>
                    <a:pt x="60310" y="34316"/>
                    <a:pt x="40549" y="57619"/>
                    <a:pt x="40549" y="92447"/>
                  </a:cubicBezTo>
                  <a:cubicBezTo>
                    <a:pt x="40549" y="127275"/>
                    <a:pt x="60567" y="150066"/>
                    <a:pt x="91877" y="150066"/>
                  </a:cubicBezTo>
                  <a:lnTo>
                    <a:pt x="91877" y="150066"/>
                  </a:lnTo>
                  <a:close/>
                  <a:moveTo>
                    <a:pt x="84948" y="258391"/>
                  </a:moveTo>
                  <a:cubicBezTo>
                    <a:pt x="54151" y="258391"/>
                    <a:pt x="31310" y="251733"/>
                    <a:pt x="8726" y="231502"/>
                  </a:cubicBezTo>
                  <a:lnTo>
                    <a:pt x="27204" y="203076"/>
                  </a:lnTo>
                  <a:cubicBezTo>
                    <a:pt x="42346" y="219978"/>
                    <a:pt x="61080" y="226380"/>
                    <a:pt x="84948" y="226380"/>
                  </a:cubicBezTo>
                  <a:cubicBezTo>
                    <a:pt x="108815" y="226380"/>
                    <a:pt x="138586" y="214344"/>
                    <a:pt x="138586" y="175931"/>
                  </a:cubicBezTo>
                  <a:lnTo>
                    <a:pt x="138586" y="155444"/>
                  </a:lnTo>
                  <a:cubicBezTo>
                    <a:pt x="124727" y="173882"/>
                    <a:pt x="103939" y="185918"/>
                    <a:pt x="80328" y="185918"/>
                  </a:cubicBezTo>
                  <a:cubicBezTo>
                    <a:pt x="34133" y="185918"/>
                    <a:pt x="0" y="152627"/>
                    <a:pt x="0" y="92959"/>
                  </a:cubicBezTo>
                  <a:cubicBezTo>
                    <a:pt x="0" y="33291"/>
                    <a:pt x="33363" y="0"/>
                    <a:pt x="80328" y="0"/>
                  </a:cubicBezTo>
                  <a:cubicBezTo>
                    <a:pt x="127293" y="0"/>
                    <a:pt x="123957" y="9987"/>
                    <a:pt x="138586" y="29706"/>
                  </a:cubicBezTo>
                  <a:lnTo>
                    <a:pt x="138586" y="4610"/>
                  </a:lnTo>
                  <a:lnTo>
                    <a:pt x="178108" y="4610"/>
                  </a:lnTo>
                  <a:lnTo>
                    <a:pt x="178108" y="176187"/>
                  </a:lnTo>
                  <a:cubicBezTo>
                    <a:pt x="178108" y="241489"/>
                    <a:pt x="129347" y="258903"/>
                    <a:pt x="84948" y="258903"/>
                  </a:cubicBezTo>
                  <a:lnTo>
                    <a:pt x="84948" y="258391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E81250D-7348-131D-13A1-5136A3CB96F5}"/>
                </a:ext>
              </a:extLst>
            </p:cNvPr>
            <p:cNvSpPr/>
            <p:nvPr userDrawn="1"/>
          </p:nvSpPr>
          <p:spPr>
            <a:xfrm>
              <a:off x="1122631" y="1978901"/>
              <a:ext cx="140422" cy="165069"/>
            </a:xfrm>
            <a:custGeom>
              <a:avLst/>
              <a:gdLst>
                <a:gd name="connsiteX0" fmla="*/ 78532 w 161426"/>
                <a:gd name="connsiteY0" fmla="*/ 162871 h 189759"/>
                <a:gd name="connsiteX1" fmla="*/ 121647 w 161426"/>
                <a:gd name="connsiteY1" fmla="*/ 144176 h 189759"/>
                <a:gd name="connsiteX2" fmla="*/ 121647 w 161426"/>
                <a:gd name="connsiteY2" fmla="*/ 116519 h 189759"/>
                <a:gd name="connsiteX3" fmla="*/ 78532 w 161426"/>
                <a:gd name="connsiteY3" fmla="*/ 97825 h 189759"/>
                <a:gd name="connsiteX4" fmla="*/ 39523 w 161426"/>
                <a:gd name="connsiteY4" fmla="*/ 130348 h 189759"/>
                <a:gd name="connsiteX5" fmla="*/ 78532 w 161426"/>
                <a:gd name="connsiteY5" fmla="*/ 162871 h 189759"/>
                <a:gd name="connsiteX6" fmla="*/ 78532 w 161426"/>
                <a:gd name="connsiteY6" fmla="*/ 162871 h 189759"/>
                <a:gd name="connsiteX7" fmla="*/ 161170 w 161426"/>
                <a:gd name="connsiteY7" fmla="*/ 185406 h 189759"/>
                <a:gd name="connsiteX8" fmla="*/ 121647 w 161426"/>
                <a:gd name="connsiteY8" fmla="*/ 185406 h 189759"/>
                <a:gd name="connsiteX9" fmla="*/ 121647 w 161426"/>
                <a:gd name="connsiteY9" fmla="*/ 165432 h 189759"/>
                <a:gd name="connsiteX10" fmla="*/ 62620 w 161426"/>
                <a:gd name="connsiteY10" fmla="*/ 189760 h 189759"/>
                <a:gd name="connsiteX11" fmla="*/ 0 w 161426"/>
                <a:gd name="connsiteY11" fmla="*/ 129836 h 189759"/>
                <a:gd name="connsiteX12" fmla="*/ 62620 w 161426"/>
                <a:gd name="connsiteY12" fmla="*/ 70680 h 189759"/>
                <a:gd name="connsiteX13" fmla="*/ 121647 w 161426"/>
                <a:gd name="connsiteY13" fmla="*/ 93984 h 189759"/>
                <a:gd name="connsiteX14" fmla="*/ 121647 w 161426"/>
                <a:gd name="connsiteY14" fmla="*/ 67095 h 189759"/>
                <a:gd name="connsiteX15" fmla="*/ 79302 w 161426"/>
                <a:gd name="connsiteY15" fmla="*/ 33291 h 189759"/>
                <a:gd name="connsiteX16" fmla="*/ 25664 w 161426"/>
                <a:gd name="connsiteY16" fmla="*/ 56595 h 189759"/>
                <a:gd name="connsiteX17" fmla="*/ 9239 w 161426"/>
                <a:gd name="connsiteY17" fmla="*/ 29194 h 189759"/>
                <a:gd name="connsiteX18" fmla="*/ 85461 w 161426"/>
                <a:gd name="connsiteY18" fmla="*/ 0 h 189759"/>
                <a:gd name="connsiteX19" fmla="*/ 161427 w 161426"/>
                <a:gd name="connsiteY19" fmla="*/ 65302 h 189759"/>
                <a:gd name="connsiteX20" fmla="*/ 161427 w 161426"/>
                <a:gd name="connsiteY20" fmla="*/ 185662 h 189759"/>
                <a:gd name="connsiteX21" fmla="*/ 161427 w 161426"/>
                <a:gd name="connsiteY21" fmla="*/ 185662 h 18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426" h="189759">
                  <a:moveTo>
                    <a:pt x="78532" y="162871"/>
                  </a:moveTo>
                  <a:cubicBezTo>
                    <a:pt x="95470" y="162871"/>
                    <a:pt x="112408" y="156469"/>
                    <a:pt x="121647" y="144176"/>
                  </a:cubicBezTo>
                  <a:lnTo>
                    <a:pt x="121647" y="116519"/>
                  </a:lnTo>
                  <a:cubicBezTo>
                    <a:pt x="112152" y="104227"/>
                    <a:pt x="95470" y="97825"/>
                    <a:pt x="78532" y="97825"/>
                  </a:cubicBezTo>
                  <a:cubicBezTo>
                    <a:pt x="61594" y="97825"/>
                    <a:pt x="39523" y="110885"/>
                    <a:pt x="39523" y="130348"/>
                  </a:cubicBezTo>
                  <a:cubicBezTo>
                    <a:pt x="39523" y="149810"/>
                    <a:pt x="56461" y="162871"/>
                    <a:pt x="78532" y="162871"/>
                  </a:cubicBezTo>
                  <a:lnTo>
                    <a:pt x="78532" y="162871"/>
                  </a:lnTo>
                  <a:close/>
                  <a:moveTo>
                    <a:pt x="161170" y="185406"/>
                  </a:moveTo>
                  <a:lnTo>
                    <a:pt x="121647" y="185406"/>
                  </a:lnTo>
                  <a:lnTo>
                    <a:pt x="121647" y="165432"/>
                  </a:lnTo>
                  <a:cubicBezTo>
                    <a:pt x="108045" y="181053"/>
                    <a:pt x="86744" y="189760"/>
                    <a:pt x="62620" y="189760"/>
                  </a:cubicBezTo>
                  <a:cubicBezTo>
                    <a:pt x="38496" y="189760"/>
                    <a:pt x="0" y="169529"/>
                    <a:pt x="0" y="129836"/>
                  </a:cubicBezTo>
                  <a:cubicBezTo>
                    <a:pt x="0" y="90142"/>
                    <a:pt x="33107" y="70680"/>
                    <a:pt x="62620" y="70680"/>
                  </a:cubicBezTo>
                  <a:cubicBezTo>
                    <a:pt x="92134" y="70680"/>
                    <a:pt x="108045" y="78618"/>
                    <a:pt x="121647" y="93984"/>
                  </a:cubicBezTo>
                  <a:lnTo>
                    <a:pt x="121647" y="67095"/>
                  </a:lnTo>
                  <a:cubicBezTo>
                    <a:pt x="121647" y="46095"/>
                    <a:pt x="103939" y="33291"/>
                    <a:pt x="79302" y="33291"/>
                  </a:cubicBezTo>
                  <a:cubicBezTo>
                    <a:pt x="54664" y="33291"/>
                    <a:pt x="41062" y="40718"/>
                    <a:pt x="25664" y="56595"/>
                  </a:cubicBezTo>
                  <a:lnTo>
                    <a:pt x="9239" y="29194"/>
                  </a:lnTo>
                  <a:cubicBezTo>
                    <a:pt x="30284" y="8963"/>
                    <a:pt x="56461" y="0"/>
                    <a:pt x="85461" y="0"/>
                  </a:cubicBezTo>
                  <a:cubicBezTo>
                    <a:pt x="114461" y="0"/>
                    <a:pt x="161427" y="16902"/>
                    <a:pt x="161427" y="65302"/>
                  </a:cubicBezTo>
                  <a:lnTo>
                    <a:pt x="161427" y="185662"/>
                  </a:lnTo>
                  <a:lnTo>
                    <a:pt x="161427" y="185662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BFDDE1A-E9B4-FB87-D8EA-49D07D331B08}"/>
                </a:ext>
              </a:extLst>
            </p:cNvPr>
            <p:cNvSpPr/>
            <p:nvPr userDrawn="1"/>
          </p:nvSpPr>
          <p:spPr>
            <a:xfrm>
              <a:off x="942693" y="1978678"/>
              <a:ext cx="154934" cy="221206"/>
            </a:xfrm>
            <a:custGeom>
              <a:avLst/>
              <a:gdLst>
                <a:gd name="connsiteX0" fmla="*/ 86231 w 178108"/>
                <a:gd name="connsiteY0" fmla="*/ 155188 h 254293"/>
                <a:gd name="connsiteX1" fmla="*/ 137559 w 178108"/>
                <a:gd name="connsiteY1" fmla="*/ 94752 h 254293"/>
                <a:gd name="connsiteX2" fmla="*/ 86231 w 178108"/>
                <a:gd name="connsiteY2" fmla="*/ 34828 h 254293"/>
                <a:gd name="connsiteX3" fmla="*/ 39779 w 178108"/>
                <a:gd name="connsiteY3" fmla="*/ 58900 h 254293"/>
                <a:gd name="connsiteX4" fmla="*/ 39779 w 178108"/>
                <a:gd name="connsiteY4" fmla="*/ 130348 h 254293"/>
                <a:gd name="connsiteX5" fmla="*/ 86231 w 178108"/>
                <a:gd name="connsiteY5" fmla="*/ 155188 h 254293"/>
                <a:gd name="connsiteX6" fmla="*/ 97780 w 178108"/>
                <a:gd name="connsiteY6" fmla="*/ 190016 h 254293"/>
                <a:gd name="connsiteX7" fmla="*/ 39523 w 178108"/>
                <a:gd name="connsiteY7" fmla="*/ 160310 h 254293"/>
                <a:gd name="connsiteX8" fmla="*/ 39523 w 178108"/>
                <a:gd name="connsiteY8" fmla="*/ 254293 h 254293"/>
                <a:gd name="connsiteX9" fmla="*/ 0 w 178108"/>
                <a:gd name="connsiteY9" fmla="*/ 254293 h 254293"/>
                <a:gd name="connsiteX10" fmla="*/ 0 w 178108"/>
                <a:gd name="connsiteY10" fmla="*/ 4353 h 254293"/>
                <a:gd name="connsiteX11" fmla="*/ 39523 w 178108"/>
                <a:gd name="connsiteY11" fmla="*/ 4353 h 254293"/>
                <a:gd name="connsiteX12" fmla="*/ 39523 w 178108"/>
                <a:gd name="connsiteY12" fmla="*/ 29194 h 254293"/>
                <a:gd name="connsiteX13" fmla="*/ 97780 w 178108"/>
                <a:gd name="connsiteY13" fmla="*/ 0 h 254293"/>
                <a:gd name="connsiteX14" fmla="*/ 178108 w 178108"/>
                <a:gd name="connsiteY14" fmla="*/ 94752 h 254293"/>
                <a:gd name="connsiteX15" fmla="*/ 97780 w 178108"/>
                <a:gd name="connsiteY15" fmla="*/ 190016 h 254293"/>
                <a:gd name="connsiteX16" fmla="*/ 97780 w 178108"/>
                <a:gd name="connsiteY16" fmla="*/ 190016 h 25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8108" h="254293">
                  <a:moveTo>
                    <a:pt x="86231" y="155188"/>
                  </a:moveTo>
                  <a:cubicBezTo>
                    <a:pt x="117284" y="155188"/>
                    <a:pt x="137559" y="130092"/>
                    <a:pt x="137559" y="94752"/>
                  </a:cubicBezTo>
                  <a:cubicBezTo>
                    <a:pt x="137559" y="59412"/>
                    <a:pt x="117284" y="34828"/>
                    <a:pt x="86231" y="34828"/>
                  </a:cubicBezTo>
                  <a:cubicBezTo>
                    <a:pt x="55178" y="34828"/>
                    <a:pt x="48762" y="45327"/>
                    <a:pt x="39779" y="58900"/>
                  </a:cubicBezTo>
                  <a:lnTo>
                    <a:pt x="39779" y="130348"/>
                  </a:lnTo>
                  <a:cubicBezTo>
                    <a:pt x="48505" y="143920"/>
                    <a:pt x="68010" y="155188"/>
                    <a:pt x="86231" y="155188"/>
                  </a:cubicBezTo>
                  <a:close/>
                  <a:moveTo>
                    <a:pt x="97780" y="190016"/>
                  </a:moveTo>
                  <a:cubicBezTo>
                    <a:pt x="74939" y="190016"/>
                    <a:pt x="54664" y="179516"/>
                    <a:pt x="39523" y="160310"/>
                  </a:cubicBezTo>
                  <a:lnTo>
                    <a:pt x="39523" y="254293"/>
                  </a:lnTo>
                  <a:lnTo>
                    <a:pt x="0" y="254293"/>
                  </a:lnTo>
                  <a:lnTo>
                    <a:pt x="0" y="4353"/>
                  </a:lnTo>
                  <a:lnTo>
                    <a:pt x="39523" y="4353"/>
                  </a:lnTo>
                  <a:lnTo>
                    <a:pt x="39523" y="29194"/>
                  </a:lnTo>
                  <a:cubicBezTo>
                    <a:pt x="53124" y="11268"/>
                    <a:pt x="74169" y="0"/>
                    <a:pt x="97780" y="0"/>
                  </a:cubicBezTo>
                  <a:cubicBezTo>
                    <a:pt x="144745" y="0"/>
                    <a:pt x="178108" y="35340"/>
                    <a:pt x="178108" y="94752"/>
                  </a:cubicBezTo>
                  <a:cubicBezTo>
                    <a:pt x="178108" y="154164"/>
                    <a:pt x="144745" y="190016"/>
                    <a:pt x="97780" y="190016"/>
                  </a:cubicBezTo>
                  <a:lnTo>
                    <a:pt x="97780" y="190016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1220D45-F989-808D-E148-08D7BAC6A68F}"/>
                </a:ext>
              </a:extLst>
            </p:cNvPr>
            <p:cNvSpPr/>
            <p:nvPr userDrawn="1"/>
          </p:nvSpPr>
          <p:spPr>
            <a:xfrm>
              <a:off x="510709" y="1902047"/>
              <a:ext cx="328173" cy="384048"/>
            </a:xfrm>
            <a:custGeom>
              <a:avLst/>
              <a:gdLst>
                <a:gd name="connsiteX0" fmla="*/ 107019 w 377260"/>
                <a:gd name="connsiteY0" fmla="*/ 0 h 441492"/>
                <a:gd name="connsiteX1" fmla="*/ 0 w 377260"/>
                <a:gd name="connsiteY1" fmla="*/ 106532 h 441492"/>
                <a:gd name="connsiteX2" fmla="*/ 0 w 377260"/>
                <a:gd name="connsiteY2" fmla="*/ 269402 h 441492"/>
                <a:gd name="connsiteX3" fmla="*/ 107019 w 377260"/>
                <a:gd name="connsiteY3" fmla="*/ 375934 h 441492"/>
                <a:gd name="connsiteX4" fmla="*/ 143462 w 377260"/>
                <a:gd name="connsiteY4" fmla="*/ 375934 h 441492"/>
                <a:gd name="connsiteX5" fmla="*/ 143718 w 377260"/>
                <a:gd name="connsiteY5" fmla="*/ 376446 h 441492"/>
                <a:gd name="connsiteX6" fmla="*/ 177852 w 377260"/>
                <a:gd name="connsiteY6" fmla="*/ 435346 h 441492"/>
                <a:gd name="connsiteX7" fmla="*/ 199409 w 377260"/>
                <a:gd name="connsiteY7" fmla="*/ 435346 h 441492"/>
                <a:gd name="connsiteX8" fmla="*/ 233542 w 377260"/>
                <a:gd name="connsiteY8" fmla="*/ 376446 h 441492"/>
                <a:gd name="connsiteX9" fmla="*/ 233799 w 377260"/>
                <a:gd name="connsiteY9" fmla="*/ 375934 h 441492"/>
                <a:gd name="connsiteX10" fmla="*/ 270242 w 377260"/>
                <a:gd name="connsiteY10" fmla="*/ 375934 h 441492"/>
                <a:gd name="connsiteX11" fmla="*/ 377261 w 377260"/>
                <a:gd name="connsiteY11" fmla="*/ 269402 h 441492"/>
                <a:gd name="connsiteX12" fmla="*/ 377261 w 377260"/>
                <a:gd name="connsiteY12" fmla="*/ 106532 h 441492"/>
                <a:gd name="connsiteX13" fmla="*/ 270242 w 377260"/>
                <a:gd name="connsiteY13" fmla="*/ 0 h 441492"/>
                <a:gd name="connsiteX14" fmla="*/ 106762 w 377260"/>
                <a:gd name="connsiteY14" fmla="*/ 0 h 441492"/>
                <a:gd name="connsiteX15" fmla="*/ 107019 w 377260"/>
                <a:gd name="connsiteY15" fmla="*/ 0 h 44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7260" h="441492">
                  <a:moveTo>
                    <a:pt x="107019" y="0"/>
                  </a:moveTo>
                  <a:cubicBezTo>
                    <a:pt x="47992" y="0"/>
                    <a:pt x="0" y="47632"/>
                    <a:pt x="0" y="106532"/>
                  </a:cubicBezTo>
                  <a:lnTo>
                    <a:pt x="0" y="269402"/>
                  </a:lnTo>
                  <a:cubicBezTo>
                    <a:pt x="0" y="328302"/>
                    <a:pt x="47992" y="375934"/>
                    <a:pt x="107019" y="375934"/>
                  </a:cubicBezTo>
                  <a:lnTo>
                    <a:pt x="143462" y="375934"/>
                  </a:lnTo>
                  <a:cubicBezTo>
                    <a:pt x="143462" y="375934"/>
                    <a:pt x="143462" y="376446"/>
                    <a:pt x="143718" y="376446"/>
                  </a:cubicBezTo>
                  <a:lnTo>
                    <a:pt x="177852" y="435346"/>
                  </a:lnTo>
                  <a:cubicBezTo>
                    <a:pt x="182728" y="443541"/>
                    <a:pt x="194533" y="443541"/>
                    <a:pt x="199409" y="435346"/>
                  </a:cubicBezTo>
                  <a:lnTo>
                    <a:pt x="233542" y="376446"/>
                  </a:lnTo>
                  <a:cubicBezTo>
                    <a:pt x="233542" y="376446"/>
                    <a:pt x="233542" y="375934"/>
                    <a:pt x="233799" y="375934"/>
                  </a:cubicBezTo>
                  <a:lnTo>
                    <a:pt x="270242" y="375934"/>
                  </a:lnTo>
                  <a:cubicBezTo>
                    <a:pt x="329269" y="375934"/>
                    <a:pt x="377261" y="328302"/>
                    <a:pt x="377261" y="269402"/>
                  </a:cubicBezTo>
                  <a:lnTo>
                    <a:pt x="377261" y="106532"/>
                  </a:lnTo>
                  <a:cubicBezTo>
                    <a:pt x="377261" y="47632"/>
                    <a:pt x="329269" y="0"/>
                    <a:pt x="270242" y="0"/>
                  </a:cubicBezTo>
                  <a:lnTo>
                    <a:pt x="106762" y="0"/>
                  </a:lnTo>
                  <a:lnTo>
                    <a:pt x="107019" y="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69BA726-718C-F7C8-F521-42326C28DC32}"/>
                </a:ext>
              </a:extLst>
            </p:cNvPr>
            <p:cNvSpPr/>
            <p:nvPr userDrawn="1"/>
          </p:nvSpPr>
          <p:spPr>
            <a:xfrm>
              <a:off x="557870" y="1982521"/>
              <a:ext cx="186620" cy="93227"/>
            </a:xfrm>
            <a:custGeom>
              <a:avLst/>
              <a:gdLst>
                <a:gd name="connsiteX0" fmla="*/ 103362 w 214534"/>
                <a:gd name="connsiteY0" fmla="*/ 40654 h 107171"/>
                <a:gd name="connsiteX1" fmla="*/ 99512 w 214534"/>
                <a:gd name="connsiteY1" fmla="*/ 7875 h 107171"/>
                <a:gd name="connsiteX2" fmla="*/ 61786 w 214534"/>
                <a:gd name="connsiteY2" fmla="*/ 7875 h 107171"/>
                <a:gd name="connsiteX3" fmla="*/ 57423 w 214534"/>
                <a:gd name="connsiteY3" fmla="*/ 39885 h 107171"/>
                <a:gd name="connsiteX4" fmla="*/ 39972 w 214534"/>
                <a:gd name="connsiteY4" fmla="*/ 57299 h 107171"/>
                <a:gd name="connsiteX5" fmla="*/ 7892 w 214534"/>
                <a:gd name="connsiteY5" fmla="*/ 61653 h 107171"/>
                <a:gd name="connsiteX6" fmla="*/ 7892 w 214534"/>
                <a:gd name="connsiteY6" fmla="*/ 99297 h 107171"/>
                <a:gd name="connsiteX7" fmla="*/ 45618 w 214534"/>
                <a:gd name="connsiteY7" fmla="*/ 99297 h 107171"/>
                <a:gd name="connsiteX8" fmla="*/ 49981 w 214534"/>
                <a:gd name="connsiteY8" fmla="*/ 67287 h 107171"/>
                <a:gd name="connsiteX9" fmla="*/ 67432 w 214534"/>
                <a:gd name="connsiteY9" fmla="*/ 49873 h 107171"/>
                <a:gd name="connsiteX10" fmla="*/ 93353 w 214534"/>
                <a:gd name="connsiteY10" fmla="*/ 50129 h 107171"/>
                <a:gd name="connsiteX11" fmla="*/ 111061 w 214534"/>
                <a:gd name="connsiteY11" fmla="*/ 67799 h 107171"/>
                <a:gd name="connsiteX12" fmla="*/ 115681 w 214534"/>
                <a:gd name="connsiteY12" fmla="*/ 99297 h 107171"/>
                <a:gd name="connsiteX13" fmla="*/ 153407 w 214534"/>
                <a:gd name="connsiteY13" fmla="*/ 99297 h 107171"/>
                <a:gd name="connsiteX14" fmla="*/ 157000 w 214534"/>
                <a:gd name="connsiteY14" fmla="*/ 66006 h 107171"/>
                <a:gd name="connsiteX15" fmla="*/ 157769 w 214534"/>
                <a:gd name="connsiteY15" fmla="*/ 66774 h 107171"/>
                <a:gd name="connsiteX16" fmla="*/ 174964 w 214534"/>
                <a:gd name="connsiteY16" fmla="*/ 49617 h 107171"/>
                <a:gd name="connsiteX17" fmla="*/ 207301 w 214534"/>
                <a:gd name="connsiteY17" fmla="*/ 45519 h 107171"/>
                <a:gd name="connsiteX18" fmla="*/ 207301 w 214534"/>
                <a:gd name="connsiteY18" fmla="*/ 7875 h 107171"/>
                <a:gd name="connsiteX19" fmla="*/ 169575 w 214534"/>
                <a:gd name="connsiteY19" fmla="*/ 7875 h 107171"/>
                <a:gd name="connsiteX20" fmla="*/ 165212 w 214534"/>
                <a:gd name="connsiteY20" fmla="*/ 39885 h 107171"/>
                <a:gd name="connsiteX21" fmla="*/ 148017 w 214534"/>
                <a:gd name="connsiteY21" fmla="*/ 57043 h 107171"/>
                <a:gd name="connsiteX22" fmla="*/ 149044 w 214534"/>
                <a:gd name="connsiteY22" fmla="*/ 58067 h 107171"/>
                <a:gd name="connsiteX23" fmla="*/ 120813 w 214534"/>
                <a:gd name="connsiteY23" fmla="*/ 57811 h 107171"/>
                <a:gd name="connsiteX24" fmla="*/ 103618 w 214534"/>
                <a:gd name="connsiteY24" fmla="*/ 40654 h 107171"/>
                <a:gd name="connsiteX25" fmla="*/ 103618 w 214534"/>
                <a:gd name="connsiteY25" fmla="*/ 40654 h 10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4534" h="107171">
                  <a:moveTo>
                    <a:pt x="103362" y="40654"/>
                  </a:moveTo>
                  <a:cubicBezTo>
                    <a:pt x="109521" y="30410"/>
                    <a:pt x="108238" y="16838"/>
                    <a:pt x="99512" y="7875"/>
                  </a:cubicBezTo>
                  <a:cubicBezTo>
                    <a:pt x="88990" y="-2625"/>
                    <a:pt x="72052" y="-2625"/>
                    <a:pt x="61786" y="7875"/>
                  </a:cubicBezTo>
                  <a:cubicBezTo>
                    <a:pt x="53060" y="16582"/>
                    <a:pt x="51520" y="29898"/>
                    <a:pt x="57423" y="39885"/>
                  </a:cubicBezTo>
                  <a:lnTo>
                    <a:pt x="39972" y="57299"/>
                  </a:lnTo>
                  <a:cubicBezTo>
                    <a:pt x="29706" y="51409"/>
                    <a:pt x="16617" y="52946"/>
                    <a:pt x="7892" y="61653"/>
                  </a:cubicBezTo>
                  <a:cubicBezTo>
                    <a:pt x="-2631" y="72152"/>
                    <a:pt x="-2631" y="89054"/>
                    <a:pt x="7892" y="99297"/>
                  </a:cubicBezTo>
                  <a:cubicBezTo>
                    <a:pt x="18414" y="109797"/>
                    <a:pt x="35352" y="109797"/>
                    <a:pt x="45618" y="99297"/>
                  </a:cubicBezTo>
                  <a:cubicBezTo>
                    <a:pt x="54344" y="90590"/>
                    <a:pt x="55883" y="77274"/>
                    <a:pt x="49981" y="67287"/>
                  </a:cubicBezTo>
                  <a:lnTo>
                    <a:pt x="67432" y="49873"/>
                  </a:lnTo>
                  <a:cubicBezTo>
                    <a:pt x="75388" y="54482"/>
                    <a:pt x="85397" y="54482"/>
                    <a:pt x="93353" y="50129"/>
                  </a:cubicBezTo>
                  <a:lnTo>
                    <a:pt x="111061" y="67799"/>
                  </a:lnTo>
                  <a:cubicBezTo>
                    <a:pt x="105672" y="78042"/>
                    <a:pt x="107211" y="90847"/>
                    <a:pt x="115681" y="99297"/>
                  </a:cubicBezTo>
                  <a:cubicBezTo>
                    <a:pt x="124150" y="107748"/>
                    <a:pt x="143141" y="109797"/>
                    <a:pt x="153407" y="99297"/>
                  </a:cubicBezTo>
                  <a:cubicBezTo>
                    <a:pt x="162389" y="90334"/>
                    <a:pt x="163672" y="76506"/>
                    <a:pt x="157000" y="66006"/>
                  </a:cubicBezTo>
                  <a:lnTo>
                    <a:pt x="157769" y="66774"/>
                  </a:lnTo>
                  <a:lnTo>
                    <a:pt x="174964" y="49617"/>
                  </a:lnTo>
                  <a:cubicBezTo>
                    <a:pt x="185230" y="55507"/>
                    <a:pt x="198575" y="54226"/>
                    <a:pt x="207301" y="45519"/>
                  </a:cubicBezTo>
                  <a:cubicBezTo>
                    <a:pt x="216027" y="36812"/>
                    <a:pt x="217823" y="18118"/>
                    <a:pt x="207301" y="7875"/>
                  </a:cubicBezTo>
                  <a:cubicBezTo>
                    <a:pt x="196779" y="-2625"/>
                    <a:pt x="179841" y="-2625"/>
                    <a:pt x="169575" y="7875"/>
                  </a:cubicBezTo>
                  <a:cubicBezTo>
                    <a:pt x="160849" y="16582"/>
                    <a:pt x="159309" y="29642"/>
                    <a:pt x="165212" y="39885"/>
                  </a:cubicBezTo>
                  <a:lnTo>
                    <a:pt x="148017" y="57043"/>
                  </a:lnTo>
                  <a:lnTo>
                    <a:pt x="149044" y="58067"/>
                  </a:lnTo>
                  <a:cubicBezTo>
                    <a:pt x="140575" y="52690"/>
                    <a:pt x="129539" y="52434"/>
                    <a:pt x="120813" y="57811"/>
                  </a:cubicBezTo>
                  <a:lnTo>
                    <a:pt x="103618" y="40654"/>
                  </a:lnTo>
                  <a:lnTo>
                    <a:pt x="103618" y="40654"/>
                  </a:lnTo>
                  <a:close/>
                </a:path>
              </a:pathLst>
            </a:custGeom>
            <a:solidFill>
              <a:srgbClr val="FF8200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A238372-339B-3236-D486-BCA720B81464}"/>
                </a:ext>
              </a:extLst>
            </p:cNvPr>
            <p:cNvSpPr/>
            <p:nvPr userDrawn="1"/>
          </p:nvSpPr>
          <p:spPr>
            <a:xfrm>
              <a:off x="604529" y="2029302"/>
              <a:ext cx="187193" cy="140008"/>
            </a:xfrm>
            <a:custGeom>
              <a:avLst/>
              <a:gdLst>
                <a:gd name="connsiteX0" fmla="*/ 207301 w 215192"/>
                <a:gd name="connsiteY0" fmla="*/ 7875 h 160950"/>
                <a:gd name="connsiteX1" fmla="*/ 207301 w 215192"/>
                <a:gd name="connsiteY1" fmla="*/ 45519 h 160950"/>
                <a:gd name="connsiteX2" fmla="*/ 175221 w 215192"/>
                <a:gd name="connsiteY2" fmla="*/ 49873 h 160950"/>
                <a:gd name="connsiteX3" fmla="*/ 157770 w 215192"/>
                <a:gd name="connsiteY3" fmla="*/ 67287 h 160950"/>
                <a:gd name="connsiteX4" fmla="*/ 153407 w 215192"/>
                <a:gd name="connsiteY4" fmla="*/ 99297 h 160950"/>
                <a:gd name="connsiteX5" fmla="*/ 121327 w 215192"/>
                <a:gd name="connsiteY5" fmla="*/ 103651 h 160950"/>
                <a:gd name="connsiteX6" fmla="*/ 103875 w 215192"/>
                <a:gd name="connsiteY6" fmla="*/ 121065 h 160950"/>
                <a:gd name="connsiteX7" fmla="*/ 99512 w 215192"/>
                <a:gd name="connsiteY7" fmla="*/ 153075 h 160950"/>
                <a:gd name="connsiteX8" fmla="*/ 61786 w 215192"/>
                <a:gd name="connsiteY8" fmla="*/ 153075 h 160950"/>
                <a:gd name="connsiteX9" fmla="*/ 57423 w 215192"/>
                <a:gd name="connsiteY9" fmla="*/ 121065 h 160950"/>
                <a:gd name="connsiteX10" fmla="*/ 39972 w 215192"/>
                <a:gd name="connsiteY10" fmla="*/ 103651 h 160950"/>
                <a:gd name="connsiteX11" fmla="*/ 7892 w 215192"/>
                <a:gd name="connsiteY11" fmla="*/ 99297 h 160950"/>
                <a:gd name="connsiteX12" fmla="*/ 7892 w 215192"/>
                <a:gd name="connsiteY12" fmla="*/ 61653 h 160950"/>
                <a:gd name="connsiteX13" fmla="*/ 45618 w 215192"/>
                <a:gd name="connsiteY13" fmla="*/ 61653 h 160950"/>
                <a:gd name="connsiteX14" fmla="*/ 49981 w 215192"/>
                <a:gd name="connsiteY14" fmla="*/ 93663 h 160950"/>
                <a:gd name="connsiteX15" fmla="*/ 67432 w 215192"/>
                <a:gd name="connsiteY15" fmla="*/ 111077 h 160950"/>
                <a:gd name="connsiteX16" fmla="*/ 94123 w 215192"/>
                <a:gd name="connsiteY16" fmla="*/ 111077 h 160950"/>
                <a:gd name="connsiteX17" fmla="*/ 111574 w 215192"/>
                <a:gd name="connsiteY17" fmla="*/ 93663 h 160950"/>
                <a:gd name="connsiteX18" fmla="*/ 115937 w 215192"/>
                <a:gd name="connsiteY18" fmla="*/ 61653 h 160950"/>
                <a:gd name="connsiteX19" fmla="*/ 148017 w 215192"/>
                <a:gd name="connsiteY19" fmla="*/ 57299 h 160950"/>
                <a:gd name="connsiteX20" fmla="*/ 165469 w 215192"/>
                <a:gd name="connsiteY20" fmla="*/ 39885 h 160950"/>
                <a:gd name="connsiteX21" fmla="*/ 169832 w 215192"/>
                <a:gd name="connsiteY21" fmla="*/ 7875 h 160950"/>
                <a:gd name="connsiteX22" fmla="*/ 207558 w 215192"/>
                <a:gd name="connsiteY22" fmla="*/ 7875 h 160950"/>
                <a:gd name="connsiteX23" fmla="*/ 207301 w 215192"/>
                <a:gd name="connsiteY23" fmla="*/ 7875 h 160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192" h="160950">
                  <a:moveTo>
                    <a:pt x="207301" y="7875"/>
                  </a:moveTo>
                  <a:cubicBezTo>
                    <a:pt x="217823" y="18374"/>
                    <a:pt x="217823" y="35276"/>
                    <a:pt x="207301" y="45519"/>
                  </a:cubicBezTo>
                  <a:cubicBezTo>
                    <a:pt x="198575" y="54226"/>
                    <a:pt x="185230" y="55763"/>
                    <a:pt x="175221" y="49873"/>
                  </a:cubicBezTo>
                  <a:lnTo>
                    <a:pt x="157770" y="67287"/>
                  </a:lnTo>
                  <a:cubicBezTo>
                    <a:pt x="163672" y="77530"/>
                    <a:pt x="162132" y="90590"/>
                    <a:pt x="153407" y="99297"/>
                  </a:cubicBezTo>
                  <a:cubicBezTo>
                    <a:pt x="144681" y="108004"/>
                    <a:pt x="131336" y="109541"/>
                    <a:pt x="121327" y="103651"/>
                  </a:cubicBezTo>
                  <a:lnTo>
                    <a:pt x="103875" y="121065"/>
                  </a:lnTo>
                  <a:cubicBezTo>
                    <a:pt x="109778" y="131308"/>
                    <a:pt x="108238" y="144368"/>
                    <a:pt x="99512" y="153075"/>
                  </a:cubicBezTo>
                  <a:cubicBezTo>
                    <a:pt x="88990" y="163575"/>
                    <a:pt x="72052" y="163575"/>
                    <a:pt x="61786" y="153075"/>
                  </a:cubicBezTo>
                  <a:cubicBezTo>
                    <a:pt x="53060" y="144368"/>
                    <a:pt x="51520" y="131052"/>
                    <a:pt x="57423" y="121065"/>
                  </a:cubicBezTo>
                  <a:lnTo>
                    <a:pt x="39972" y="103651"/>
                  </a:lnTo>
                  <a:cubicBezTo>
                    <a:pt x="29706" y="109541"/>
                    <a:pt x="16617" y="108004"/>
                    <a:pt x="7892" y="99297"/>
                  </a:cubicBezTo>
                  <a:cubicBezTo>
                    <a:pt x="-2631" y="88798"/>
                    <a:pt x="-2631" y="71896"/>
                    <a:pt x="7892" y="61653"/>
                  </a:cubicBezTo>
                  <a:cubicBezTo>
                    <a:pt x="18414" y="51153"/>
                    <a:pt x="35352" y="51153"/>
                    <a:pt x="45618" y="61653"/>
                  </a:cubicBezTo>
                  <a:cubicBezTo>
                    <a:pt x="54344" y="70360"/>
                    <a:pt x="55883" y="83676"/>
                    <a:pt x="49981" y="93663"/>
                  </a:cubicBezTo>
                  <a:lnTo>
                    <a:pt x="67432" y="111077"/>
                  </a:lnTo>
                  <a:cubicBezTo>
                    <a:pt x="75645" y="106468"/>
                    <a:pt x="85910" y="106468"/>
                    <a:pt x="94123" y="111077"/>
                  </a:cubicBezTo>
                  <a:lnTo>
                    <a:pt x="111574" y="93663"/>
                  </a:lnTo>
                  <a:cubicBezTo>
                    <a:pt x="105672" y="83420"/>
                    <a:pt x="107211" y="70360"/>
                    <a:pt x="115937" y="61653"/>
                  </a:cubicBezTo>
                  <a:cubicBezTo>
                    <a:pt x="124663" y="52946"/>
                    <a:pt x="138008" y="51409"/>
                    <a:pt x="148017" y="57299"/>
                  </a:cubicBezTo>
                  <a:lnTo>
                    <a:pt x="165469" y="39885"/>
                  </a:lnTo>
                  <a:cubicBezTo>
                    <a:pt x="159566" y="29642"/>
                    <a:pt x="161106" y="16582"/>
                    <a:pt x="169832" y="7875"/>
                  </a:cubicBezTo>
                  <a:cubicBezTo>
                    <a:pt x="180354" y="-2625"/>
                    <a:pt x="197292" y="-2625"/>
                    <a:pt x="207558" y="7875"/>
                  </a:cubicBezTo>
                  <a:lnTo>
                    <a:pt x="207301" y="7875"/>
                  </a:lnTo>
                  <a:close/>
                </a:path>
              </a:pathLst>
            </a:custGeom>
            <a:solidFill>
              <a:srgbClr val="FFFFFF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44" name="Graphic 62">
              <a:extLst>
                <a:ext uri="{FF2B5EF4-FFF2-40B4-BE49-F238E27FC236}">
                  <a16:creationId xmlns:a16="http://schemas.microsoft.com/office/drawing/2014/main" id="{5AD41937-50D6-6E40-D4C7-C6ED32D710E7}"/>
                </a:ext>
              </a:extLst>
            </p:cNvPr>
            <p:cNvGrpSpPr/>
            <p:nvPr userDrawn="1"/>
          </p:nvGrpSpPr>
          <p:grpSpPr>
            <a:xfrm>
              <a:off x="2664157" y="1941031"/>
              <a:ext cx="98675" cy="52795"/>
              <a:chOff x="2986258" y="1219847"/>
              <a:chExt cx="113434" cy="60692"/>
            </a:xfrm>
            <a:solidFill>
              <a:schemeClr val="accent1"/>
            </a:solidFill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D22C534-4353-DF23-1CA4-43C60727E3B6}"/>
                  </a:ext>
                </a:extLst>
              </p:cNvPr>
              <p:cNvSpPr/>
              <p:nvPr/>
            </p:nvSpPr>
            <p:spPr>
              <a:xfrm>
                <a:off x="2986258" y="1219847"/>
                <a:ext cx="42088" cy="60692"/>
              </a:xfrm>
              <a:custGeom>
                <a:avLst/>
                <a:gdLst>
                  <a:gd name="connsiteX0" fmla="*/ 21558 w 42088"/>
                  <a:gd name="connsiteY0" fmla="*/ 60180 h 60692"/>
                  <a:gd name="connsiteX1" fmla="*/ 10522 w 42088"/>
                  <a:gd name="connsiteY1" fmla="*/ 57875 h 60692"/>
                  <a:gd name="connsiteX2" fmla="*/ 3080 w 42088"/>
                  <a:gd name="connsiteY2" fmla="*/ 51985 h 60692"/>
                  <a:gd name="connsiteX3" fmla="*/ 0 w 42088"/>
                  <a:gd name="connsiteY3" fmla="*/ 43022 h 60692"/>
                  <a:gd name="connsiteX4" fmla="*/ 8982 w 42088"/>
                  <a:gd name="connsiteY4" fmla="*/ 43022 h 60692"/>
                  <a:gd name="connsiteX5" fmla="*/ 11292 w 42088"/>
                  <a:gd name="connsiteY5" fmla="*/ 48400 h 60692"/>
                  <a:gd name="connsiteX6" fmla="*/ 15912 w 42088"/>
                  <a:gd name="connsiteY6" fmla="*/ 51473 h 60692"/>
                  <a:gd name="connsiteX7" fmla="*/ 22071 w 42088"/>
                  <a:gd name="connsiteY7" fmla="*/ 52498 h 60692"/>
                  <a:gd name="connsiteX8" fmla="*/ 28230 w 42088"/>
                  <a:gd name="connsiteY8" fmla="*/ 51473 h 60692"/>
                  <a:gd name="connsiteX9" fmla="*/ 32850 w 42088"/>
                  <a:gd name="connsiteY9" fmla="*/ 48400 h 60692"/>
                  <a:gd name="connsiteX10" fmla="*/ 34390 w 42088"/>
                  <a:gd name="connsiteY10" fmla="*/ 43791 h 60692"/>
                  <a:gd name="connsiteX11" fmla="*/ 32850 w 42088"/>
                  <a:gd name="connsiteY11" fmla="*/ 39437 h 60692"/>
                  <a:gd name="connsiteX12" fmla="*/ 29000 w 42088"/>
                  <a:gd name="connsiteY12" fmla="*/ 36876 h 60692"/>
                  <a:gd name="connsiteX13" fmla="*/ 23098 w 42088"/>
                  <a:gd name="connsiteY13" fmla="*/ 34572 h 60692"/>
                  <a:gd name="connsiteX14" fmla="*/ 16168 w 42088"/>
                  <a:gd name="connsiteY14" fmla="*/ 32267 h 60692"/>
                  <a:gd name="connsiteX15" fmla="*/ 5133 w 42088"/>
                  <a:gd name="connsiteY15" fmla="*/ 26377 h 60692"/>
                  <a:gd name="connsiteX16" fmla="*/ 770 w 42088"/>
                  <a:gd name="connsiteY16" fmla="*/ 17158 h 60692"/>
                  <a:gd name="connsiteX17" fmla="*/ 3336 w 42088"/>
                  <a:gd name="connsiteY17" fmla="*/ 8195 h 60692"/>
                  <a:gd name="connsiteX18" fmla="*/ 10779 w 42088"/>
                  <a:gd name="connsiteY18" fmla="*/ 2305 h 60692"/>
                  <a:gd name="connsiteX19" fmla="*/ 21301 w 42088"/>
                  <a:gd name="connsiteY19" fmla="*/ 0 h 60692"/>
                  <a:gd name="connsiteX20" fmla="*/ 31823 w 42088"/>
                  <a:gd name="connsiteY20" fmla="*/ 2305 h 60692"/>
                  <a:gd name="connsiteX21" fmla="*/ 38753 w 42088"/>
                  <a:gd name="connsiteY21" fmla="*/ 8195 h 60692"/>
                  <a:gd name="connsiteX22" fmla="*/ 41319 w 42088"/>
                  <a:gd name="connsiteY22" fmla="*/ 16646 h 60692"/>
                  <a:gd name="connsiteX23" fmla="*/ 32850 w 42088"/>
                  <a:gd name="connsiteY23" fmla="*/ 16646 h 60692"/>
                  <a:gd name="connsiteX24" fmla="*/ 29000 w 42088"/>
                  <a:gd name="connsiteY24" fmla="*/ 10500 h 60692"/>
                  <a:gd name="connsiteX25" fmla="*/ 20531 w 42088"/>
                  <a:gd name="connsiteY25" fmla="*/ 8195 h 60692"/>
                  <a:gd name="connsiteX26" fmla="*/ 14372 w 42088"/>
                  <a:gd name="connsiteY26" fmla="*/ 9219 h 60692"/>
                  <a:gd name="connsiteX27" fmla="*/ 10009 w 42088"/>
                  <a:gd name="connsiteY27" fmla="*/ 12292 h 60692"/>
                  <a:gd name="connsiteX28" fmla="*/ 8469 w 42088"/>
                  <a:gd name="connsiteY28" fmla="*/ 16646 h 60692"/>
                  <a:gd name="connsiteX29" fmla="*/ 10009 w 42088"/>
                  <a:gd name="connsiteY29" fmla="*/ 20999 h 60692"/>
                  <a:gd name="connsiteX30" fmla="*/ 14372 w 42088"/>
                  <a:gd name="connsiteY30" fmla="*/ 23560 h 60692"/>
                  <a:gd name="connsiteX31" fmla="*/ 18991 w 42088"/>
                  <a:gd name="connsiteY31" fmla="*/ 25096 h 60692"/>
                  <a:gd name="connsiteX32" fmla="*/ 24894 w 42088"/>
                  <a:gd name="connsiteY32" fmla="*/ 26633 h 60692"/>
                  <a:gd name="connsiteX33" fmla="*/ 30797 w 42088"/>
                  <a:gd name="connsiteY33" fmla="*/ 28938 h 60692"/>
                  <a:gd name="connsiteX34" fmla="*/ 36186 w 42088"/>
                  <a:gd name="connsiteY34" fmla="*/ 32011 h 60692"/>
                  <a:gd name="connsiteX35" fmla="*/ 40549 w 42088"/>
                  <a:gd name="connsiteY35" fmla="*/ 36620 h 60692"/>
                  <a:gd name="connsiteX36" fmla="*/ 42089 w 42088"/>
                  <a:gd name="connsiteY36" fmla="*/ 43535 h 60692"/>
                  <a:gd name="connsiteX37" fmla="*/ 39522 w 42088"/>
                  <a:gd name="connsiteY37" fmla="*/ 52498 h 60692"/>
                  <a:gd name="connsiteX38" fmla="*/ 32080 w 42088"/>
                  <a:gd name="connsiteY38" fmla="*/ 58388 h 60692"/>
                  <a:gd name="connsiteX39" fmla="*/ 20531 w 42088"/>
                  <a:gd name="connsiteY39" fmla="*/ 60692 h 60692"/>
                  <a:gd name="connsiteX40" fmla="*/ 21045 w 42088"/>
                  <a:gd name="connsiteY40" fmla="*/ 60180 h 60692"/>
                  <a:gd name="connsiteX41" fmla="*/ 20788 w 42088"/>
                  <a:gd name="connsiteY41" fmla="*/ 60180 h 60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42088" h="60692">
                    <a:moveTo>
                      <a:pt x="21558" y="60180"/>
                    </a:moveTo>
                    <a:cubicBezTo>
                      <a:pt x="17195" y="60180"/>
                      <a:pt x="13858" y="59668"/>
                      <a:pt x="10522" y="57875"/>
                    </a:cubicBezTo>
                    <a:cubicBezTo>
                      <a:pt x="7186" y="56083"/>
                      <a:pt x="4619" y="54802"/>
                      <a:pt x="3080" y="51985"/>
                    </a:cubicBezTo>
                    <a:cubicBezTo>
                      <a:pt x="1540" y="49169"/>
                      <a:pt x="513" y="46095"/>
                      <a:pt x="0" y="43022"/>
                    </a:cubicBezTo>
                    <a:lnTo>
                      <a:pt x="8982" y="43022"/>
                    </a:lnTo>
                    <a:cubicBezTo>
                      <a:pt x="8982" y="45327"/>
                      <a:pt x="10009" y="46864"/>
                      <a:pt x="11292" y="48400"/>
                    </a:cubicBezTo>
                    <a:cubicBezTo>
                      <a:pt x="12575" y="49937"/>
                      <a:pt x="13858" y="50961"/>
                      <a:pt x="15912" y="51473"/>
                    </a:cubicBezTo>
                    <a:cubicBezTo>
                      <a:pt x="17965" y="51985"/>
                      <a:pt x="19761" y="52498"/>
                      <a:pt x="22071" y="52498"/>
                    </a:cubicBezTo>
                    <a:cubicBezTo>
                      <a:pt x="24381" y="52498"/>
                      <a:pt x="26690" y="52498"/>
                      <a:pt x="28230" y="51473"/>
                    </a:cubicBezTo>
                    <a:cubicBezTo>
                      <a:pt x="29770" y="50449"/>
                      <a:pt x="31310" y="49169"/>
                      <a:pt x="32850" y="48400"/>
                    </a:cubicBezTo>
                    <a:cubicBezTo>
                      <a:pt x="34390" y="47632"/>
                      <a:pt x="34390" y="45327"/>
                      <a:pt x="34390" y="43791"/>
                    </a:cubicBezTo>
                    <a:cubicBezTo>
                      <a:pt x="34390" y="42254"/>
                      <a:pt x="34390" y="40718"/>
                      <a:pt x="32850" y="39437"/>
                    </a:cubicBezTo>
                    <a:cubicBezTo>
                      <a:pt x="31310" y="38157"/>
                      <a:pt x="30540" y="37132"/>
                      <a:pt x="29000" y="36876"/>
                    </a:cubicBezTo>
                    <a:cubicBezTo>
                      <a:pt x="27461" y="36620"/>
                      <a:pt x="25151" y="35340"/>
                      <a:pt x="23098" y="34572"/>
                    </a:cubicBezTo>
                    <a:lnTo>
                      <a:pt x="16168" y="32267"/>
                    </a:lnTo>
                    <a:cubicBezTo>
                      <a:pt x="11549" y="31242"/>
                      <a:pt x="7699" y="29194"/>
                      <a:pt x="5133" y="26377"/>
                    </a:cubicBezTo>
                    <a:cubicBezTo>
                      <a:pt x="2566" y="23560"/>
                      <a:pt x="770" y="20487"/>
                      <a:pt x="770" y="17158"/>
                    </a:cubicBezTo>
                    <a:cubicBezTo>
                      <a:pt x="770" y="13829"/>
                      <a:pt x="1797" y="11012"/>
                      <a:pt x="3336" y="8195"/>
                    </a:cubicBezTo>
                    <a:cubicBezTo>
                      <a:pt x="4876" y="5378"/>
                      <a:pt x="7699" y="3841"/>
                      <a:pt x="10779" y="2305"/>
                    </a:cubicBezTo>
                    <a:cubicBezTo>
                      <a:pt x="13858" y="768"/>
                      <a:pt x="16938" y="0"/>
                      <a:pt x="21301" y="0"/>
                    </a:cubicBezTo>
                    <a:cubicBezTo>
                      <a:pt x="25664" y="0"/>
                      <a:pt x="28744" y="512"/>
                      <a:pt x="31823" y="2305"/>
                    </a:cubicBezTo>
                    <a:cubicBezTo>
                      <a:pt x="34903" y="4097"/>
                      <a:pt x="37213" y="5378"/>
                      <a:pt x="38753" y="8195"/>
                    </a:cubicBezTo>
                    <a:cubicBezTo>
                      <a:pt x="40293" y="11012"/>
                      <a:pt x="41319" y="13573"/>
                      <a:pt x="41319" y="16646"/>
                    </a:cubicBezTo>
                    <a:lnTo>
                      <a:pt x="32850" y="16646"/>
                    </a:lnTo>
                    <a:cubicBezTo>
                      <a:pt x="32850" y="14085"/>
                      <a:pt x="31310" y="12036"/>
                      <a:pt x="29000" y="10500"/>
                    </a:cubicBezTo>
                    <a:cubicBezTo>
                      <a:pt x="26690" y="8963"/>
                      <a:pt x="24381" y="8195"/>
                      <a:pt x="20531" y="8195"/>
                    </a:cubicBezTo>
                    <a:cubicBezTo>
                      <a:pt x="16682" y="8195"/>
                      <a:pt x="16168" y="8195"/>
                      <a:pt x="14372" y="9219"/>
                    </a:cubicBezTo>
                    <a:cubicBezTo>
                      <a:pt x="12575" y="10243"/>
                      <a:pt x="11292" y="10756"/>
                      <a:pt x="10009" y="12292"/>
                    </a:cubicBezTo>
                    <a:cubicBezTo>
                      <a:pt x="8726" y="13829"/>
                      <a:pt x="8469" y="14853"/>
                      <a:pt x="8469" y="16646"/>
                    </a:cubicBezTo>
                    <a:cubicBezTo>
                      <a:pt x="8469" y="18438"/>
                      <a:pt x="8982" y="19719"/>
                      <a:pt x="10009" y="20999"/>
                    </a:cubicBezTo>
                    <a:cubicBezTo>
                      <a:pt x="11035" y="22279"/>
                      <a:pt x="12575" y="23304"/>
                      <a:pt x="14372" y="23560"/>
                    </a:cubicBezTo>
                    <a:cubicBezTo>
                      <a:pt x="16168" y="23816"/>
                      <a:pt x="17451" y="24584"/>
                      <a:pt x="18991" y="25096"/>
                    </a:cubicBezTo>
                    <a:lnTo>
                      <a:pt x="24894" y="26633"/>
                    </a:lnTo>
                    <a:cubicBezTo>
                      <a:pt x="26434" y="26633"/>
                      <a:pt x="28744" y="27657"/>
                      <a:pt x="30797" y="28938"/>
                    </a:cubicBezTo>
                    <a:cubicBezTo>
                      <a:pt x="32850" y="30218"/>
                      <a:pt x="34646" y="30474"/>
                      <a:pt x="36186" y="32011"/>
                    </a:cubicBezTo>
                    <a:cubicBezTo>
                      <a:pt x="37726" y="33547"/>
                      <a:pt x="39266" y="34572"/>
                      <a:pt x="40549" y="36620"/>
                    </a:cubicBezTo>
                    <a:cubicBezTo>
                      <a:pt x="41832" y="38669"/>
                      <a:pt x="42089" y="40974"/>
                      <a:pt x="42089" y="43535"/>
                    </a:cubicBezTo>
                    <a:cubicBezTo>
                      <a:pt x="42089" y="46095"/>
                      <a:pt x="41062" y="49681"/>
                      <a:pt x="39522" y="52498"/>
                    </a:cubicBezTo>
                    <a:cubicBezTo>
                      <a:pt x="37983" y="55315"/>
                      <a:pt x="35160" y="57107"/>
                      <a:pt x="32080" y="58388"/>
                    </a:cubicBezTo>
                    <a:cubicBezTo>
                      <a:pt x="29000" y="59668"/>
                      <a:pt x="25151" y="60692"/>
                      <a:pt x="20531" y="60692"/>
                    </a:cubicBezTo>
                    <a:lnTo>
                      <a:pt x="21045" y="60180"/>
                    </a:lnTo>
                    <a:lnTo>
                      <a:pt x="20788" y="60180"/>
                    </a:lnTo>
                    <a:close/>
                  </a:path>
                </a:pathLst>
              </a:custGeom>
              <a:grpFill/>
              <a:ln w="25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F3F9C268-269A-D3C2-B336-7B2ECF988DF0}"/>
                  </a:ext>
                </a:extLst>
              </p:cNvPr>
              <p:cNvSpPr/>
              <p:nvPr/>
            </p:nvSpPr>
            <p:spPr>
              <a:xfrm>
                <a:off x="3039126" y="1220871"/>
                <a:ext cx="60567" cy="58387"/>
              </a:xfrm>
              <a:custGeom>
                <a:avLst/>
                <a:gdLst>
                  <a:gd name="connsiteX0" fmla="*/ 770 w 60567"/>
                  <a:gd name="connsiteY0" fmla="*/ 57875 h 58387"/>
                  <a:gd name="connsiteX1" fmla="*/ 770 w 60567"/>
                  <a:gd name="connsiteY1" fmla="*/ 0 h 58387"/>
                  <a:gd name="connsiteX2" fmla="*/ 13859 w 60567"/>
                  <a:gd name="connsiteY2" fmla="*/ 0 h 58387"/>
                  <a:gd name="connsiteX3" fmla="*/ 26691 w 60567"/>
                  <a:gd name="connsiteY3" fmla="*/ 33035 h 58387"/>
                  <a:gd name="connsiteX4" fmla="*/ 27717 w 60567"/>
                  <a:gd name="connsiteY4" fmla="*/ 36876 h 58387"/>
                  <a:gd name="connsiteX5" fmla="*/ 29257 w 60567"/>
                  <a:gd name="connsiteY5" fmla="*/ 41486 h 58387"/>
                  <a:gd name="connsiteX6" fmla="*/ 30797 w 60567"/>
                  <a:gd name="connsiteY6" fmla="*/ 46864 h 58387"/>
                  <a:gd name="connsiteX7" fmla="*/ 31823 w 60567"/>
                  <a:gd name="connsiteY7" fmla="*/ 51473 h 58387"/>
                  <a:gd name="connsiteX8" fmla="*/ 29514 w 60567"/>
                  <a:gd name="connsiteY8" fmla="*/ 51473 h 58387"/>
                  <a:gd name="connsiteX9" fmla="*/ 30540 w 60567"/>
                  <a:gd name="connsiteY9" fmla="*/ 46864 h 58387"/>
                  <a:gd name="connsiteX10" fmla="*/ 32080 w 60567"/>
                  <a:gd name="connsiteY10" fmla="*/ 41486 h 58387"/>
                  <a:gd name="connsiteX11" fmla="*/ 33620 w 60567"/>
                  <a:gd name="connsiteY11" fmla="*/ 36876 h 58387"/>
                  <a:gd name="connsiteX12" fmla="*/ 34646 w 60567"/>
                  <a:gd name="connsiteY12" fmla="*/ 33035 h 58387"/>
                  <a:gd name="connsiteX13" fmla="*/ 47478 w 60567"/>
                  <a:gd name="connsiteY13" fmla="*/ 0 h 58387"/>
                  <a:gd name="connsiteX14" fmla="*/ 60567 w 60567"/>
                  <a:gd name="connsiteY14" fmla="*/ 0 h 58387"/>
                  <a:gd name="connsiteX15" fmla="*/ 60567 w 60567"/>
                  <a:gd name="connsiteY15" fmla="*/ 57875 h 58387"/>
                  <a:gd name="connsiteX16" fmla="*/ 51585 w 60567"/>
                  <a:gd name="connsiteY16" fmla="*/ 57875 h 58387"/>
                  <a:gd name="connsiteX17" fmla="*/ 51585 w 60567"/>
                  <a:gd name="connsiteY17" fmla="*/ 6146 h 58387"/>
                  <a:gd name="connsiteX18" fmla="*/ 52098 w 60567"/>
                  <a:gd name="connsiteY18" fmla="*/ 6146 h 58387"/>
                  <a:gd name="connsiteX19" fmla="*/ 50558 w 60567"/>
                  <a:gd name="connsiteY19" fmla="*/ 12036 h 58387"/>
                  <a:gd name="connsiteX20" fmla="*/ 49018 w 60567"/>
                  <a:gd name="connsiteY20" fmla="*/ 17926 h 58387"/>
                  <a:gd name="connsiteX21" fmla="*/ 47478 w 60567"/>
                  <a:gd name="connsiteY21" fmla="*/ 23304 h 58387"/>
                  <a:gd name="connsiteX22" fmla="*/ 45939 w 60567"/>
                  <a:gd name="connsiteY22" fmla="*/ 27145 h 58387"/>
                  <a:gd name="connsiteX23" fmla="*/ 34390 w 60567"/>
                  <a:gd name="connsiteY23" fmla="*/ 58388 h 58387"/>
                  <a:gd name="connsiteX24" fmla="*/ 26947 w 60567"/>
                  <a:gd name="connsiteY24" fmla="*/ 58388 h 58387"/>
                  <a:gd name="connsiteX25" fmla="*/ 14885 w 60567"/>
                  <a:gd name="connsiteY25" fmla="*/ 27145 h 58387"/>
                  <a:gd name="connsiteX26" fmla="*/ 13345 w 60567"/>
                  <a:gd name="connsiteY26" fmla="*/ 23304 h 58387"/>
                  <a:gd name="connsiteX27" fmla="*/ 11806 w 60567"/>
                  <a:gd name="connsiteY27" fmla="*/ 17926 h 58387"/>
                  <a:gd name="connsiteX28" fmla="*/ 10266 w 60567"/>
                  <a:gd name="connsiteY28" fmla="*/ 12036 h 58387"/>
                  <a:gd name="connsiteX29" fmla="*/ 7956 w 60567"/>
                  <a:gd name="connsiteY29" fmla="*/ 6146 h 58387"/>
                  <a:gd name="connsiteX30" fmla="*/ 8469 w 60567"/>
                  <a:gd name="connsiteY30" fmla="*/ 6146 h 58387"/>
                  <a:gd name="connsiteX31" fmla="*/ 8469 w 60567"/>
                  <a:gd name="connsiteY31" fmla="*/ 57875 h 58387"/>
                  <a:gd name="connsiteX32" fmla="*/ 0 w 60567"/>
                  <a:gd name="connsiteY32" fmla="*/ 57875 h 58387"/>
                  <a:gd name="connsiteX33" fmla="*/ 1027 w 60567"/>
                  <a:gd name="connsiteY33" fmla="*/ 57875 h 58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60567" h="58387">
                    <a:moveTo>
                      <a:pt x="770" y="57875"/>
                    </a:moveTo>
                    <a:lnTo>
                      <a:pt x="770" y="0"/>
                    </a:lnTo>
                    <a:lnTo>
                      <a:pt x="13859" y="0"/>
                    </a:lnTo>
                    <a:lnTo>
                      <a:pt x="26691" y="33035"/>
                    </a:lnTo>
                    <a:cubicBezTo>
                      <a:pt x="26691" y="34059"/>
                      <a:pt x="27204" y="35340"/>
                      <a:pt x="27717" y="36876"/>
                    </a:cubicBezTo>
                    <a:cubicBezTo>
                      <a:pt x="28230" y="38413"/>
                      <a:pt x="28744" y="39949"/>
                      <a:pt x="29257" y="41486"/>
                    </a:cubicBezTo>
                    <a:cubicBezTo>
                      <a:pt x="29770" y="43022"/>
                      <a:pt x="30284" y="45327"/>
                      <a:pt x="30797" y="46864"/>
                    </a:cubicBezTo>
                    <a:cubicBezTo>
                      <a:pt x="31310" y="48400"/>
                      <a:pt x="31823" y="49937"/>
                      <a:pt x="31823" y="51473"/>
                    </a:cubicBezTo>
                    <a:lnTo>
                      <a:pt x="29514" y="51473"/>
                    </a:lnTo>
                    <a:cubicBezTo>
                      <a:pt x="29514" y="50449"/>
                      <a:pt x="30027" y="48912"/>
                      <a:pt x="30540" y="46864"/>
                    </a:cubicBezTo>
                    <a:cubicBezTo>
                      <a:pt x="31054" y="44815"/>
                      <a:pt x="31567" y="43791"/>
                      <a:pt x="32080" y="41486"/>
                    </a:cubicBezTo>
                    <a:cubicBezTo>
                      <a:pt x="32593" y="39181"/>
                      <a:pt x="33107" y="38413"/>
                      <a:pt x="33620" y="36876"/>
                    </a:cubicBezTo>
                    <a:cubicBezTo>
                      <a:pt x="34133" y="35340"/>
                      <a:pt x="34646" y="34316"/>
                      <a:pt x="34646" y="33035"/>
                    </a:cubicBezTo>
                    <a:lnTo>
                      <a:pt x="47478" y="0"/>
                    </a:lnTo>
                    <a:lnTo>
                      <a:pt x="60567" y="0"/>
                    </a:lnTo>
                    <a:lnTo>
                      <a:pt x="60567" y="57875"/>
                    </a:lnTo>
                    <a:lnTo>
                      <a:pt x="51585" y="57875"/>
                    </a:lnTo>
                    <a:lnTo>
                      <a:pt x="51585" y="6146"/>
                    </a:lnTo>
                    <a:lnTo>
                      <a:pt x="52098" y="6146"/>
                    </a:lnTo>
                    <a:cubicBezTo>
                      <a:pt x="52098" y="8451"/>
                      <a:pt x="51071" y="9987"/>
                      <a:pt x="50558" y="12036"/>
                    </a:cubicBezTo>
                    <a:cubicBezTo>
                      <a:pt x="50045" y="14085"/>
                      <a:pt x="49532" y="15877"/>
                      <a:pt x="49018" y="17926"/>
                    </a:cubicBezTo>
                    <a:cubicBezTo>
                      <a:pt x="48505" y="19975"/>
                      <a:pt x="47992" y="21767"/>
                      <a:pt x="47478" y="23304"/>
                    </a:cubicBezTo>
                    <a:cubicBezTo>
                      <a:pt x="46965" y="24840"/>
                      <a:pt x="46452" y="25865"/>
                      <a:pt x="45939" y="27145"/>
                    </a:cubicBezTo>
                    <a:lnTo>
                      <a:pt x="34390" y="58388"/>
                    </a:lnTo>
                    <a:lnTo>
                      <a:pt x="26947" y="58388"/>
                    </a:lnTo>
                    <a:lnTo>
                      <a:pt x="14885" y="27145"/>
                    </a:lnTo>
                    <a:cubicBezTo>
                      <a:pt x="14885" y="26121"/>
                      <a:pt x="13859" y="24840"/>
                      <a:pt x="13345" y="23304"/>
                    </a:cubicBezTo>
                    <a:cubicBezTo>
                      <a:pt x="12832" y="21767"/>
                      <a:pt x="12319" y="20231"/>
                      <a:pt x="11806" y="17926"/>
                    </a:cubicBezTo>
                    <a:cubicBezTo>
                      <a:pt x="11292" y="15621"/>
                      <a:pt x="10779" y="14085"/>
                      <a:pt x="10266" y="12036"/>
                    </a:cubicBezTo>
                    <a:cubicBezTo>
                      <a:pt x="9752" y="9987"/>
                      <a:pt x="9239" y="7683"/>
                      <a:pt x="7956" y="6146"/>
                    </a:cubicBezTo>
                    <a:lnTo>
                      <a:pt x="8469" y="6146"/>
                    </a:lnTo>
                    <a:lnTo>
                      <a:pt x="8469" y="57875"/>
                    </a:lnTo>
                    <a:lnTo>
                      <a:pt x="0" y="57875"/>
                    </a:lnTo>
                    <a:lnTo>
                      <a:pt x="1027" y="57875"/>
                    </a:lnTo>
                    <a:close/>
                  </a:path>
                </a:pathLst>
              </a:custGeom>
              <a:grpFill/>
              <a:ln w="25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F565926-25C4-B90E-8614-9A5ABB87F6AD}"/>
              </a:ext>
            </a:extLst>
          </p:cNvPr>
          <p:cNvSpPr/>
          <p:nvPr/>
        </p:nvSpPr>
        <p:spPr>
          <a:xfrm>
            <a:off x="-5988588" y="6304000"/>
            <a:ext cx="11913080" cy="474006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D7124C-FAA3-27D9-B1D9-18B42D348819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C0DF6AB-AE46-2FF2-E339-0280589ED8E1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44C6D-C81A-F356-27DD-32BDF27A7012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8A6064F-28D0-BD0E-8EF2-8D68E4C8E2D8}"/>
              </a:ext>
            </a:extLst>
          </p:cNvPr>
          <p:cNvSpPr txBox="1"/>
          <p:nvPr/>
        </p:nvSpPr>
        <p:spPr>
          <a:xfrm>
            <a:off x="253173" y="2157700"/>
            <a:ext cx="3247465" cy="64459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4500" b="0" i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549528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duct-feature-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516" y="1484483"/>
            <a:ext cx="2447199" cy="2213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516" y="1705787"/>
            <a:ext cx="2447199" cy="92311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3408" y="2751915"/>
            <a:ext cx="2447198" cy="6286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1284D-8292-6A80-268A-D667AA900C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9210" y="1696281"/>
            <a:ext cx="1326356" cy="6286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BCF91A5-1ADB-E101-1386-E6592B683A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69210" y="2997639"/>
            <a:ext cx="1326356" cy="6286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0621E7C-3641-9228-9E3B-B6CE924B01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66889" y="1226192"/>
            <a:ext cx="1326356" cy="628650"/>
          </a:xfrm>
          <a:prstGeom prst="rect">
            <a:avLst/>
          </a:prstGeom>
        </p:spPr>
        <p:txBody>
          <a:bodyPr lIns="13716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67B6D65-433D-DC85-2452-60F1F55E84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66889" y="2345910"/>
            <a:ext cx="1326356" cy="628650"/>
          </a:xfrm>
          <a:prstGeom prst="rect">
            <a:avLst/>
          </a:prstGeom>
        </p:spPr>
        <p:txBody>
          <a:bodyPr lIns="13716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1BD0DE9-267B-FF6B-343B-F1063C5320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66889" y="3574854"/>
            <a:ext cx="1326356" cy="628650"/>
          </a:xfrm>
          <a:prstGeom prst="rect">
            <a:avLst/>
          </a:prstGeom>
        </p:spPr>
        <p:txBody>
          <a:bodyPr lIns="13716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6AA1F452-41D5-6B1F-5CDA-394C2DE58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3476" y="322638"/>
            <a:ext cx="2240477" cy="4519892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035AA-3C57-40FD-A852-C9228215B95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70022" y="669931"/>
            <a:ext cx="1983921" cy="3978269"/>
          </a:xfrm>
          <a:prstGeom prst="roundRect">
            <a:avLst>
              <a:gd name="adj" fmla="val 5847"/>
            </a:avLst>
          </a:prstGeom>
          <a:ln>
            <a:noFill/>
          </a:ln>
        </p:spPr>
        <p:txBody>
          <a:bodyPr lIns="0" tIns="0" rIns="0" bIns="0" anchor="ctr" anchorCtr="0"/>
          <a:lstStyle>
            <a:lvl1pPr marL="0" indent="0" algn="ctr">
              <a:buNone/>
              <a:defRPr sz="13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5330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yebrow-text-simple-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5540D-CE02-FF20-C8B0-7510BDF16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5744" y="1639491"/>
            <a:ext cx="5912644" cy="2587228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defRPr sz="1238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defRPr sz="1088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defRPr sz="90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>
              <a:defRPr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>
              <a:defRPr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65931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gue-dark-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2DC1E95-90DB-CB28-48EA-A2AE80565B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41232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3" y="2127275"/>
            <a:ext cx="7223233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BBFE05-8452-84D7-447C-CECBAD2263C3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607CC6-951B-0C58-E7FB-3B5D67FD438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48FCABE-DB98-0CC8-A29E-96CC2E6AF288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8CC249-85A9-ECC0-E788-2D3CF4A14F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41232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6AE43DC3-CDFD-98F3-BF95-0993932CC0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3" y="2127275"/>
            <a:ext cx="7223233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D5AC26-7BA6-175F-63CC-3FC831854674}"/>
              </a:ext>
            </a:extLst>
          </p:cNvPr>
          <p:cNvGrpSpPr/>
          <p:nvPr userDrawn="1"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3DD5CF-2D18-8D79-B4F2-296D5BCB25F0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BFFB738-5A11-3A2A-C176-7396CA24913E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7793142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gue-dark-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2DC1E95-90DB-CB28-48EA-A2AE80565B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41232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3" y="2127275"/>
            <a:ext cx="7223233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BBFE05-8452-84D7-447C-CECBAD2263C3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607CC6-951B-0C58-E7FB-3B5D67FD438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48FCABE-DB98-0CC8-A29E-96CC2E6AF288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833910C-E79B-D854-02BC-72E25F0182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41232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E174D738-9F72-1F39-F520-80B96962AF3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3" y="2127275"/>
            <a:ext cx="7223233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CB35A44-3CE4-3FEB-527E-962D338A91CB}"/>
              </a:ext>
            </a:extLst>
          </p:cNvPr>
          <p:cNvGrpSpPr/>
          <p:nvPr userDrawn="1"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603FD8C9-E642-E4B5-17F9-83EAABE52518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E8FF64E-D23C-E844-8644-E8640957A22C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220021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35395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881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gue-dark-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2DC1E95-90DB-CB28-48EA-A2AE80565B4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47012" y="1841232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27963" y="2127275"/>
            <a:ext cx="7223233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BBFE05-8452-84D7-447C-CECBAD2263C3}"/>
              </a:ext>
            </a:extLst>
          </p:cNvPr>
          <p:cNvGrpSpPr/>
          <p:nvPr userDrawn="1"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607CC6-951B-0C58-E7FB-3B5D67FD438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48FCABE-DB98-0CC8-A29E-96CC2E6AF288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18527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yebrow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42A37C2-28A6-4C99-467B-517C54447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7" y="217609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892" indent="0">
              <a:buNone/>
              <a:defRPr sz="1200" b="1"/>
            </a:lvl2pPr>
            <a:lvl3pPr marL="685783" indent="0">
              <a:buNone/>
              <a:defRPr sz="120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A879B1E-2E96-F645-3483-7A430B634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48370"/>
            <a:ext cx="784034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C384D32-AD2D-D90D-4F0A-833E39FF9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799673"/>
            <a:ext cx="6412049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892" indent="0">
              <a:buNone/>
              <a:defRPr sz="1200" b="1"/>
            </a:lvl2pPr>
            <a:lvl3pPr marL="685783" indent="0">
              <a:buNone/>
              <a:defRPr sz="120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</p:spTree>
    <p:extLst>
      <p:ext uri="{BB962C8B-B14F-4D97-AF65-F5344CB8AC3E}">
        <p14:creationId xmlns:p14="http://schemas.microsoft.com/office/powerpoint/2010/main" val="2453614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1221896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1995097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216449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10977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1433206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223245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64897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687465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1252310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gue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2" y="2132671"/>
            <a:ext cx="8077352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3FB43D-1ACE-8C36-38EE-E9EE94A5FC03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04C6BB5-DBFD-EEA4-12AC-42C2BA40069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69FDE5E-3D0B-5891-D3AC-DCEB2F2FCEFC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F019944-DBBB-74D8-295F-197EDDC8DB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70546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7516807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9948847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290660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yebrow-text-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</p:spTree>
    <p:extLst>
      <p:ext uri="{BB962C8B-B14F-4D97-AF65-F5344CB8AC3E}">
        <p14:creationId xmlns:p14="http://schemas.microsoft.com/office/powerpoint/2010/main" val="173183013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-no-title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3501765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ext-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F1330-9A94-B9C9-CE20-904196481AAE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5D2902-7855-348C-5345-4709C8CB247D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E1C74D8-6F0F-DDA3-FA36-B1B256E8CF83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DB28115E-2473-B6FE-728B-AB889A6B4C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588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2190BF-868B-A997-3A31-8A91310F03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8455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4AA7A6A-7317-3AC8-232E-54FF0B7D9D2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79213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FE0265-CEA1-45F9-73DE-541DDC7EF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D10C46-B69F-D0A0-CB5C-0596F5120D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B75C8E2-0B58-2F38-AA31-074D253516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17144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A4972A1-4024-D63E-5368-2E7331218B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84011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3B95330E-E38A-B6A6-BADC-845F1624E6DF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3574769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F402E0B-4A54-17AF-F4BA-D28E87D45A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12700" y="1512280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BE63087-FEF7-8B04-C53F-C0613F604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79567" y="2577231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42">
            <a:extLst>
              <a:ext uri="{FF2B5EF4-FFF2-40B4-BE49-F238E27FC236}">
                <a16:creationId xmlns:a16="http://schemas.microsoft.com/office/drawing/2014/main" id="{CDC221E1-64BF-FD78-A327-14E05347C211}"/>
              </a:ext>
            </a:extLst>
          </p:cNvPr>
          <p:cNvSpPr>
            <a:spLocks noGrp="1" noChangeAspect="1"/>
          </p:cNvSpPr>
          <p:nvPr>
            <p:ph type="body" sz="quarter" idx="44" hasCustomPrompt="1"/>
          </p:nvPr>
        </p:nvSpPr>
        <p:spPr>
          <a:xfrm>
            <a:off x="6070325" y="1742099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30639877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mple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BB5D416-2BB4-B86F-9306-1745F23DC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96" y="187691"/>
            <a:ext cx="7241879" cy="424896"/>
          </a:xfrm>
          <a:prstGeom prst="rect">
            <a:avLst/>
          </a:prstGeom>
        </p:spPr>
        <p:txBody>
          <a:bodyPr lIns="0" tIns="0" bIns="0" anchor="ctr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5697146-1D1B-8FAB-D9D5-E3D02824C1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6913"/>
            <a:ext cx="7241381" cy="248841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4045431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large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1">
            <a:extLst>
              <a:ext uri="{FF2B5EF4-FFF2-40B4-BE49-F238E27FC236}">
                <a16:creationId xmlns:a16="http://schemas.microsoft.com/office/drawing/2014/main" id="{4FDC8752-AB95-39A1-3BA5-B614AC31B0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7240" y="2672067"/>
            <a:ext cx="3465723" cy="6287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tabLst/>
              <a:defRPr lang="en-US" sz="1350" b="1" i="0" spc="0" dirty="0" smtClean="0">
                <a:solidFill>
                  <a:schemeClr val="accent2"/>
                </a:solidFill>
                <a:latin typeface="Segoe UI" panose="020B0502040204020203" pitchFamily="34" charset="0"/>
                <a:ea typeface="Frank Ruhl Libre Light" pitchFamily="2" charset="-79"/>
                <a:cs typeface="Segoe UI" panose="020B0502040204020203" pitchFamily="34" charset="0"/>
              </a:defRPr>
            </a:lvl1pPr>
          </a:lstStyle>
          <a:p>
            <a:pPr marL="0" lvl="0" indent="7144">
              <a:spcBef>
                <a:spcPct val="0"/>
              </a:spcBef>
            </a:pPr>
            <a:r>
              <a:rPr lang="en-US"/>
              <a:t>Click to edit Cover Subtitle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6002F76-845A-0016-2AFC-A65307FC0F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1824715"/>
            <a:ext cx="4179974" cy="79576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85000"/>
              </a:lnSpc>
              <a:buNone/>
              <a:defRPr sz="31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Edit Title of Presentation Topic</a:t>
            </a:r>
          </a:p>
        </p:txBody>
      </p:sp>
    </p:spTree>
    <p:extLst>
      <p:ext uri="{BB962C8B-B14F-4D97-AF65-F5344CB8AC3E}">
        <p14:creationId xmlns:p14="http://schemas.microsoft.com/office/powerpoint/2010/main" val="19072311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-text-only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B22840-276D-0C1A-466C-CE22BD5336D1}"/>
              </a:ext>
            </a:extLst>
          </p:cNvPr>
          <p:cNvSpPr/>
          <p:nvPr/>
        </p:nvSpPr>
        <p:spPr>
          <a:xfrm>
            <a:off x="1" y="4661587"/>
            <a:ext cx="4037810" cy="4819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Google Shape;24;p11">
            <a:extLst>
              <a:ext uri="{FF2B5EF4-FFF2-40B4-BE49-F238E27FC236}">
                <a16:creationId xmlns:a16="http://schemas.microsoft.com/office/drawing/2014/main" id="{A1ECDAA0-194A-C337-1F4F-EDC6075BB560}"/>
              </a:ext>
            </a:extLst>
          </p:cNvPr>
          <p:cNvSpPr txBox="1"/>
          <p:nvPr/>
        </p:nvSpPr>
        <p:spPr>
          <a:xfrm>
            <a:off x="512703" y="4882896"/>
            <a:ext cx="313953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Proxima Nova"/>
              <a:buNone/>
            </a:pPr>
            <a:r>
              <a:rPr lang="en-US" sz="600" b="0" i="0" u="none" strike="noStrike">
                <a:solidFill>
                  <a:schemeClr val="accent1">
                    <a:alpha val="50000"/>
                  </a:schemeClr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 u="none" strike="noStrike" cap="none">
                <a:solidFill>
                  <a:schemeClr val="accent1">
                    <a:alpha val="5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  <a:endParaRPr sz="600" b="0" i="0" u="none" strike="noStrike" cap="none">
              <a:solidFill>
                <a:schemeClr val="accent1">
                  <a:alpha val="50000"/>
                </a:schemeClr>
              </a:solidFill>
              <a:latin typeface="Segoe UI Semilight" panose="020B0402040204020203" pitchFamily="34" charset="0"/>
              <a:ea typeface="Proxima Nova Rg"/>
              <a:cs typeface="Segoe UI Semilight" panose="020B0402040204020203" pitchFamily="34" charset="0"/>
              <a:sym typeface="Proxima Nova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845A0EE-1754-DE7B-2C11-D992B09DE617}"/>
              </a:ext>
            </a:extLst>
          </p:cNvPr>
          <p:cNvSpPr/>
          <p:nvPr/>
        </p:nvSpPr>
        <p:spPr>
          <a:xfrm>
            <a:off x="228599" y="1251836"/>
            <a:ext cx="5763719" cy="2365131"/>
          </a:xfrm>
          <a:prstGeom prst="roundRect">
            <a:avLst>
              <a:gd name="adj" fmla="val 982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DC732924-109E-49EB-B099-E12D698C0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2543" y="3165291"/>
            <a:ext cx="4302137" cy="34065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tabLst/>
              <a:defRPr lang="en-US" sz="1350" b="1" i="0" spc="0" dirty="0" smtClean="0">
                <a:solidFill>
                  <a:schemeClr val="accent2"/>
                </a:solidFill>
                <a:latin typeface="Segoe UI" panose="020B0502040204020203" pitchFamily="34" charset="0"/>
                <a:ea typeface="Frank Ruhl Libre Light" pitchFamily="2" charset="-79"/>
                <a:cs typeface="Segoe UI" panose="020B0502040204020203" pitchFamily="34" charset="0"/>
              </a:defRPr>
            </a:lvl1pPr>
          </a:lstStyle>
          <a:p>
            <a:pPr marL="0" lvl="0" indent="7144">
              <a:spcBef>
                <a:spcPct val="0"/>
              </a:spcBef>
            </a:pPr>
            <a:r>
              <a:rPr lang="en-US"/>
              <a:t>Click to edit Cover Subtitle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70C9C77B-B1EE-1F02-CF70-59F4629AB5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7230" y="2096374"/>
            <a:ext cx="5080832" cy="102494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85000"/>
              </a:lnSpc>
              <a:buNone/>
              <a:defRPr sz="3150" b="0" i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Click to Edit Title of Presentation Topic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A84C8CB-A17B-C335-A884-3FDBB1D7C437}"/>
              </a:ext>
            </a:extLst>
          </p:cNvPr>
          <p:cNvGrpSpPr/>
          <p:nvPr/>
        </p:nvGrpSpPr>
        <p:grpSpPr>
          <a:xfrm>
            <a:off x="500839" y="1552536"/>
            <a:ext cx="1664300" cy="289368"/>
            <a:chOff x="537083" y="1412673"/>
            <a:chExt cx="2219066" cy="385824"/>
          </a:xfrm>
        </p:grpSpPr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DC5863D7-29FD-6618-9458-93E6B5AACCBF}"/>
                </a:ext>
              </a:extLst>
            </p:cNvPr>
            <p:cNvGrpSpPr/>
            <p:nvPr/>
          </p:nvGrpSpPr>
          <p:grpSpPr>
            <a:xfrm>
              <a:off x="537083" y="1412673"/>
              <a:ext cx="2137836" cy="385824"/>
              <a:chOff x="-2302009" y="1412673"/>
              <a:chExt cx="2137836" cy="385824"/>
            </a:xfrm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7B5E07B6-7F95-EA59-450A-79F4D0FA1D06}"/>
                  </a:ext>
                </a:extLst>
              </p:cNvPr>
              <p:cNvSpPr/>
              <p:nvPr/>
            </p:nvSpPr>
            <p:spPr>
              <a:xfrm>
                <a:off x="-288199" y="1433486"/>
                <a:ext cx="124026" cy="218425"/>
              </a:xfrm>
              <a:custGeom>
                <a:avLst/>
                <a:gdLst>
                  <a:gd name="connsiteX0" fmla="*/ 124027 w 124026"/>
                  <a:gd name="connsiteY0" fmla="*/ 218425 h 218425"/>
                  <a:gd name="connsiteX1" fmla="*/ 106982 w 124026"/>
                  <a:gd name="connsiteY1" fmla="*/ 218425 h 218425"/>
                  <a:gd name="connsiteX2" fmla="*/ 106982 w 124026"/>
                  <a:gd name="connsiteY2" fmla="*/ 110779 h 218425"/>
                  <a:gd name="connsiteX3" fmla="*/ 68630 w 124026"/>
                  <a:gd name="connsiteY3" fmla="*/ 71839 h 218425"/>
                  <a:gd name="connsiteX4" fmla="*/ 17045 w 124026"/>
                  <a:gd name="connsiteY4" fmla="*/ 98918 h 218425"/>
                  <a:gd name="connsiteX5" fmla="*/ 17045 w 124026"/>
                  <a:gd name="connsiteY5" fmla="*/ 218425 h 218425"/>
                  <a:gd name="connsiteX6" fmla="*/ 0 w 124026"/>
                  <a:gd name="connsiteY6" fmla="*/ 218425 h 218425"/>
                  <a:gd name="connsiteX7" fmla="*/ 0 w 124026"/>
                  <a:gd name="connsiteY7" fmla="*/ 0 h 218425"/>
                  <a:gd name="connsiteX8" fmla="*/ 17045 w 124026"/>
                  <a:gd name="connsiteY8" fmla="*/ 0 h 218425"/>
                  <a:gd name="connsiteX9" fmla="*/ 17045 w 124026"/>
                  <a:gd name="connsiteY9" fmla="*/ 84147 h 218425"/>
                  <a:gd name="connsiteX10" fmla="*/ 74237 w 124026"/>
                  <a:gd name="connsiteY10" fmla="*/ 56397 h 218425"/>
                  <a:gd name="connsiteX11" fmla="*/ 124027 w 124026"/>
                  <a:gd name="connsiteY11" fmla="*/ 107198 h 218425"/>
                  <a:gd name="connsiteX12" fmla="*/ 124027 w 124026"/>
                  <a:gd name="connsiteY12" fmla="*/ 218425 h 218425"/>
                  <a:gd name="connsiteX13" fmla="*/ 124027 w 124026"/>
                  <a:gd name="connsiteY13" fmla="*/ 218425 h 2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4026" h="218425">
                    <a:moveTo>
                      <a:pt x="124027" y="218425"/>
                    </a:moveTo>
                    <a:lnTo>
                      <a:pt x="106982" y="218425"/>
                    </a:lnTo>
                    <a:lnTo>
                      <a:pt x="106982" y="110779"/>
                    </a:lnTo>
                    <a:cubicBezTo>
                      <a:pt x="106982" y="80343"/>
                      <a:pt x="91506" y="71839"/>
                      <a:pt x="68630" y="71839"/>
                    </a:cubicBezTo>
                    <a:cubicBezTo>
                      <a:pt x="45753" y="71839"/>
                      <a:pt x="27362" y="84595"/>
                      <a:pt x="17045" y="98918"/>
                    </a:cubicBezTo>
                    <a:lnTo>
                      <a:pt x="17045" y="218425"/>
                    </a:lnTo>
                    <a:lnTo>
                      <a:pt x="0" y="218425"/>
                    </a:lnTo>
                    <a:lnTo>
                      <a:pt x="0" y="0"/>
                    </a:lnTo>
                    <a:lnTo>
                      <a:pt x="17045" y="0"/>
                    </a:lnTo>
                    <a:lnTo>
                      <a:pt x="17045" y="84147"/>
                    </a:lnTo>
                    <a:cubicBezTo>
                      <a:pt x="28484" y="70496"/>
                      <a:pt x="51136" y="56397"/>
                      <a:pt x="74237" y="56397"/>
                    </a:cubicBezTo>
                    <a:cubicBezTo>
                      <a:pt x="97338" y="56397"/>
                      <a:pt x="124027" y="71391"/>
                      <a:pt x="124027" y="107198"/>
                    </a:cubicBezTo>
                    <a:lnTo>
                      <a:pt x="124027" y="218425"/>
                    </a:lnTo>
                    <a:lnTo>
                      <a:pt x="124027" y="218425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D57563A-06CF-6072-8543-D21C9FB13AC9}"/>
                  </a:ext>
                </a:extLst>
              </p:cNvPr>
              <p:cNvSpPr/>
              <p:nvPr/>
            </p:nvSpPr>
            <p:spPr>
              <a:xfrm>
                <a:off x="-401461" y="1450495"/>
                <a:ext cx="84329" cy="205221"/>
              </a:xfrm>
              <a:custGeom>
                <a:avLst/>
                <a:gdLst>
                  <a:gd name="connsiteX0" fmla="*/ 57416 w 84329"/>
                  <a:gd name="connsiteY0" fmla="*/ 205221 h 205221"/>
                  <a:gd name="connsiteX1" fmla="*/ 26241 w 84329"/>
                  <a:gd name="connsiteY1" fmla="*/ 170757 h 205221"/>
                  <a:gd name="connsiteX2" fmla="*/ 26241 w 84329"/>
                  <a:gd name="connsiteY2" fmla="*/ 58187 h 205221"/>
                  <a:gd name="connsiteX3" fmla="*/ 0 w 84329"/>
                  <a:gd name="connsiteY3" fmla="*/ 58187 h 205221"/>
                  <a:gd name="connsiteX4" fmla="*/ 0 w 84329"/>
                  <a:gd name="connsiteY4" fmla="*/ 43193 h 205221"/>
                  <a:gd name="connsiteX5" fmla="*/ 26241 w 84329"/>
                  <a:gd name="connsiteY5" fmla="*/ 43193 h 205221"/>
                  <a:gd name="connsiteX6" fmla="*/ 26241 w 84329"/>
                  <a:gd name="connsiteY6" fmla="*/ 0 h 205221"/>
                  <a:gd name="connsiteX7" fmla="*/ 43735 w 84329"/>
                  <a:gd name="connsiteY7" fmla="*/ 0 h 205221"/>
                  <a:gd name="connsiteX8" fmla="*/ 43735 w 84329"/>
                  <a:gd name="connsiteY8" fmla="*/ 43193 h 205221"/>
                  <a:gd name="connsiteX9" fmla="*/ 75807 w 84329"/>
                  <a:gd name="connsiteY9" fmla="*/ 43193 h 205221"/>
                  <a:gd name="connsiteX10" fmla="*/ 75807 w 84329"/>
                  <a:gd name="connsiteY10" fmla="*/ 58187 h 205221"/>
                  <a:gd name="connsiteX11" fmla="*/ 43735 w 84329"/>
                  <a:gd name="connsiteY11" fmla="*/ 58187 h 205221"/>
                  <a:gd name="connsiteX12" fmla="*/ 43735 w 84329"/>
                  <a:gd name="connsiteY12" fmla="*/ 168071 h 205221"/>
                  <a:gd name="connsiteX13" fmla="*/ 60107 w 84329"/>
                  <a:gd name="connsiteY13" fmla="*/ 189779 h 205221"/>
                  <a:gd name="connsiteX14" fmla="*/ 77825 w 84329"/>
                  <a:gd name="connsiteY14" fmla="*/ 182170 h 205221"/>
                  <a:gd name="connsiteX15" fmla="*/ 84329 w 84329"/>
                  <a:gd name="connsiteY15" fmla="*/ 195150 h 205221"/>
                  <a:gd name="connsiteX16" fmla="*/ 57416 w 84329"/>
                  <a:gd name="connsiteY16" fmla="*/ 204997 h 205221"/>
                  <a:gd name="connsiteX17" fmla="*/ 57416 w 84329"/>
                  <a:gd name="connsiteY17" fmla="*/ 204997 h 205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4329" h="205221">
                    <a:moveTo>
                      <a:pt x="57416" y="205221"/>
                    </a:moveTo>
                    <a:cubicBezTo>
                      <a:pt x="36333" y="205221"/>
                      <a:pt x="26241" y="192465"/>
                      <a:pt x="26241" y="170757"/>
                    </a:cubicBezTo>
                    <a:lnTo>
                      <a:pt x="26241" y="58187"/>
                    </a:lnTo>
                    <a:lnTo>
                      <a:pt x="0" y="58187"/>
                    </a:lnTo>
                    <a:lnTo>
                      <a:pt x="0" y="43193"/>
                    </a:lnTo>
                    <a:lnTo>
                      <a:pt x="26241" y="43193"/>
                    </a:lnTo>
                    <a:lnTo>
                      <a:pt x="26241" y="0"/>
                    </a:lnTo>
                    <a:lnTo>
                      <a:pt x="43735" y="0"/>
                    </a:lnTo>
                    <a:lnTo>
                      <a:pt x="43735" y="43193"/>
                    </a:lnTo>
                    <a:lnTo>
                      <a:pt x="75807" y="43193"/>
                    </a:lnTo>
                    <a:lnTo>
                      <a:pt x="75807" y="58187"/>
                    </a:lnTo>
                    <a:lnTo>
                      <a:pt x="43735" y="58187"/>
                    </a:lnTo>
                    <a:lnTo>
                      <a:pt x="43735" y="168071"/>
                    </a:lnTo>
                    <a:cubicBezTo>
                      <a:pt x="43735" y="180827"/>
                      <a:pt x="48893" y="189779"/>
                      <a:pt x="60107" y="189779"/>
                    </a:cubicBezTo>
                    <a:cubicBezTo>
                      <a:pt x="71321" y="189779"/>
                      <a:pt x="74237" y="186198"/>
                      <a:pt x="77825" y="182170"/>
                    </a:cubicBezTo>
                    <a:lnTo>
                      <a:pt x="84329" y="195150"/>
                    </a:lnTo>
                    <a:cubicBezTo>
                      <a:pt x="78049" y="200969"/>
                      <a:pt x="70648" y="204997"/>
                      <a:pt x="57416" y="204997"/>
                    </a:cubicBezTo>
                    <a:lnTo>
                      <a:pt x="57416" y="204997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F2C0DF57-705B-EDFC-B576-59BD8B213AA4}"/>
                  </a:ext>
                </a:extLst>
              </p:cNvPr>
              <p:cNvSpPr/>
              <p:nvPr/>
            </p:nvSpPr>
            <p:spPr>
              <a:xfrm>
                <a:off x="-448784" y="1433486"/>
                <a:ext cx="17045" cy="218425"/>
              </a:xfrm>
              <a:custGeom>
                <a:avLst/>
                <a:gdLst>
                  <a:gd name="connsiteX0" fmla="*/ 0 w 17045"/>
                  <a:gd name="connsiteY0" fmla="*/ 0 h 218425"/>
                  <a:gd name="connsiteX1" fmla="*/ 17045 w 17045"/>
                  <a:gd name="connsiteY1" fmla="*/ 0 h 218425"/>
                  <a:gd name="connsiteX2" fmla="*/ 17045 w 17045"/>
                  <a:gd name="connsiteY2" fmla="*/ 218425 h 218425"/>
                  <a:gd name="connsiteX3" fmla="*/ 0 w 17045"/>
                  <a:gd name="connsiteY3" fmla="*/ 218425 h 2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045" h="218425">
                    <a:moveTo>
                      <a:pt x="0" y="0"/>
                    </a:moveTo>
                    <a:lnTo>
                      <a:pt x="17045" y="0"/>
                    </a:lnTo>
                    <a:lnTo>
                      <a:pt x="17045" y="218425"/>
                    </a:lnTo>
                    <a:lnTo>
                      <a:pt x="0" y="218425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B0579587-339A-E079-E2ED-83460D03D085}"/>
                  </a:ext>
                </a:extLst>
              </p:cNvPr>
              <p:cNvSpPr/>
              <p:nvPr/>
            </p:nvSpPr>
            <p:spPr>
              <a:xfrm>
                <a:off x="-628208" y="1490330"/>
                <a:ext cx="126269" cy="165609"/>
              </a:xfrm>
              <a:custGeom>
                <a:avLst/>
                <a:gdLst>
                  <a:gd name="connsiteX0" fmla="*/ 61228 w 126269"/>
                  <a:gd name="connsiteY0" fmla="*/ 151958 h 165609"/>
                  <a:gd name="connsiteX1" fmla="*/ 109224 w 126269"/>
                  <a:gd name="connsiteY1" fmla="*/ 130249 h 165609"/>
                  <a:gd name="connsiteX2" fmla="*/ 109224 w 126269"/>
                  <a:gd name="connsiteY2" fmla="*/ 95561 h 165609"/>
                  <a:gd name="connsiteX3" fmla="*/ 61228 w 126269"/>
                  <a:gd name="connsiteY3" fmla="*/ 73629 h 165609"/>
                  <a:gd name="connsiteX4" fmla="*/ 17942 w 126269"/>
                  <a:gd name="connsiteY4" fmla="*/ 113017 h 165609"/>
                  <a:gd name="connsiteX5" fmla="*/ 61228 w 126269"/>
                  <a:gd name="connsiteY5" fmla="*/ 151958 h 165609"/>
                  <a:gd name="connsiteX6" fmla="*/ 126270 w 126269"/>
                  <a:gd name="connsiteY6" fmla="*/ 161581 h 165609"/>
                  <a:gd name="connsiteX7" fmla="*/ 109224 w 126269"/>
                  <a:gd name="connsiteY7" fmla="*/ 161581 h 165609"/>
                  <a:gd name="connsiteX8" fmla="*/ 109224 w 126269"/>
                  <a:gd name="connsiteY8" fmla="*/ 143006 h 165609"/>
                  <a:gd name="connsiteX9" fmla="*/ 55397 w 126269"/>
                  <a:gd name="connsiteY9" fmla="*/ 165609 h 165609"/>
                  <a:gd name="connsiteX10" fmla="*/ 0 w 126269"/>
                  <a:gd name="connsiteY10" fmla="*/ 113017 h 165609"/>
                  <a:gd name="connsiteX11" fmla="*/ 55397 w 126269"/>
                  <a:gd name="connsiteY11" fmla="*/ 60649 h 165609"/>
                  <a:gd name="connsiteX12" fmla="*/ 109224 w 126269"/>
                  <a:gd name="connsiteY12" fmla="*/ 83252 h 165609"/>
                  <a:gd name="connsiteX13" fmla="*/ 109224 w 126269"/>
                  <a:gd name="connsiteY13" fmla="*/ 51249 h 165609"/>
                  <a:gd name="connsiteX14" fmla="*/ 66835 w 126269"/>
                  <a:gd name="connsiteY14" fmla="*/ 14994 h 165609"/>
                  <a:gd name="connsiteX15" fmla="*/ 17045 w 126269"/>
                  <a:gd name="connsiteY15" fmla="*/ 38269 h 165609"/>
                  <a:gd name="connsiteX16" fmla="*/ 7625 w 126269"/>
                  <a:gd name="connsiteY16" fmla="*/ 26408 h 165609"/>
                  <a:gd name="connsiteX17" fmla="*/ 68630 w 126269"/>
                  <a:gd name="connsiteY17" fmla="*/ 0 h 165609"/>
                  <a:gd name="connsiteX18" fmla="*/ 126270 w 126269"/>
                  <a:gd name="connsiteY18" fmla="*/ 50802 h 165609"/>
                  <a:gd name="connsiteX19" fmla="*/ 126270 w 126269"/>
                  <a:gd name="connsiteY19" fmla="*/ 162028 h 165609"/>
                  <a:gd name="connsiteX20" fmla="*/ 126270 w 126269"/>
                  <a:gd name="connsiteY20" fmla="*/ 161581 h 165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6269" h="165609">
                    <a:moveTo>
                      <a:pt x="61228" y="151958"/>
                    </a:moveTo>
                    <a:cubicBezTo>
                      <a:pt x="80292" y="151958"/>
                      <a:pt x="98010" y="144796"/>
                      <a:pt x="109224" y="130249"/>
                    </a:cubicBezTo>
                    <a:lnTo>
                      <a:pt x="109224" y="95561"/>
                    </a:lnTo>
                    <a:cubicBezTo>
                      <a:pt x="98010" y="80790"/>
                      <a:pt x="80292" y="73629"/>
                      <a:pt x="61228" y="73629"/>
                    </a:cubicBezTo>
                    <a:cubicBezTo>
                      <a:pt x="42165" y="73629"/>
                      <a:pt x="17942" y="90414"/>
                      <a:pt x="17942" y="113017"/>
                    </a:cubicBezTo>
                    <a:cubicBezTo>
                      <a:pt x="17942" y="135621"/>
                      <a:pt x="35436" y="151958"/>
                      <a:pt x="61228" y="151958"/>
                    </a:cubicBezTo>
                    <a:close/>
                    <a:moveTo>
                      <a:pt x="126270" y="161581"/>
                    </a:moveTo>
                    <a:lnTo>
                      <a:pt x="109224" y="161581"/>
                    </a:lnTo>
                    <a:lnTo>
                      <a:pt x="109224" y="143006"/>
                    </a:lnTo>
                    <a:cubicBezTo>
                      <a:pt x="95095" y="158448"/>
                      <a:pt x="77377" y="165609"/>
                      <a:pt x="55397" y="165609"/>
                    </a:cubicBezTo>
                    <a:cubicBezTo>
                      <a:pt x="33418" y="165609"/>
                      <a:pt x="0" y="147034"/>
                      <a:pt x="0" y="113017"/>
                    </a:cubicBezTo>
                    <a:cubicBezTo>
                      <a:pt x="0" y="79000"/>
                      <a:pt x="27811" y="60649"/>
                      <a:pt x="55397" y="60649"/>
                    </a:cubicBezTo>
                    <a:cubicBezTo>
                      <a:pt x="82984" y="60649"/>
                      <a:pt x="95319" y="67810"/>
                      <a:pt x="109224" y="83252"/>
                    </a:cubicBezTo>
                    <a:lnTo>
                      <a:pt x="109224" y="51249"/>
                    </a:lnTo>
                    <a:cubicBezTo>
                      <a:pt x="109224" y="27751"/>
                      <a:pt x="90160" y="14994"/>
                      <a:pt x="66835" y="14994"/>
                    </a:cubicBezTo>
                    <a:cubicBezTo>
                      <a:pt x="43510" y="14994"/>
                      <a:pt x="31399" y="21932"/>
                      <a:pt x="17045" y="38269"/>
                    </a:cubicBezTo>
                    <a:lnTo>
                      <a:pt x="7625" y="26408"/>
                    </a:lnTo>
                    <a:cubicBezTo>
                      <a:pt x="23998" y="8728"/>
                      <a:pt x="42389" y="0"/>
                      <a:pt x="68630" y="0"/>
                    </a:cubicBezTo>
                    <a:cubicBezTo>
                      <a:pt x="94870" y="0"/>
                      <a:pt x="126270" y="15442"/>
                      <a:pt x="126270" y="50802"/>
                    </a:cubicBezTo>
                    <a:lnTo>
                      <a:pt x="126270" y="162028"/>
                    </a:lnTo>
                    <a:lnTo>
                      <a:pt x="126270" y="161581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B38D1CEC-29C4-826B-69AC-AFF379210FA4}"/>
                  </a:ext>
                </a:extLst>
              </p:cNvPr>
              <p:cNvSpPr/>
              <p:nvPr/>
            </p:nvSpPr>
            <p:spPr>
              <a:xfrm>
                <a:off x="-814809" y="1489659"/>
                <a:ext cx="150716" cy="166056"/>
              </a:xfrm>
              <a:custGeom>
                <a:avLst/>
                <a:gdLst>
                  <a:gd name="connsiteX0" fmla="*/ 133447 w 150716"/>
                  <a:gd name="connsiteY0" fmla="*/ 74972 h 166056"/>
                  <a:gd name="connsiteX1" fmla="*/ 75807 w 150716"/>
                  <a:gd name="connsiteY1" fmla="*/ 14771 h 166056"/>
                  <a:gd name="connsiteX2" fmla="*/ 18391 w 150716"/>
                  <a:gd name="connsiteY2" fmla="*/ 74972 h 166056"/>
                  <a:gd name="connsiteX3" fmla="*/ 133447 w 150716"/>
                  <a:gd name="connsiteY3" fmla="*/ 74972 h 166056"/>
                  <a:gd name="connsiteX4" fmla="*/ 79171 w 150716"/>
                  <a:gd name="connsiteY4" fmla="*/ 166057 h 166056"/>
                  <a:gd name="connsiteX5" fmla="*/ 0 w 150716"/>
                  <a:gd name="connsiteY5" fmla="*/ 82805 h 166056"/>
                  <a:gd name="connsiteX6" fmla="*/ 76031 w 150716"/>
                  <a:gd name="connsiteY6" fmla="*/ 0 h 166056"/>
                  <a:gd name="connsiteX7" fmla="*/ 150716 w 150716"/>
                  <a:gd name="connsiteY7" fmla="*/ 83700 h 166056"/>
                  <a:gd name="connsiteX8" fmla="*/ 150716 w 150716"/>
                  <a:gd name="connsiteY8" fmla="*/ 88176 h 166056"/>
                  <a:gd name="connsiteX9" fmla="*/ 18167 w 150716"/>
                  <a:gd name="connsiteY9" fmla="*/ 88176 h 166056"/>
                  <a:gd name="connsiteX10" fmla="*/ 80068 w 150716"/>
                  <a:gd name="connsiteY10" fmla="*/ 151062 h 166056"/>
                  <a:gd name="connsiteX11" fmla="*/ 131877 w 150716"/>
                  <a:gd name="connsiteY11" fmla="*/ 129130 h 166056"/>
                  <a:gd name="connsiteX12" fmla="*/ 140624 w 150716"/>
                  <a:gd name="connsiteY12" fmla="*/ 140320 h 166056"/>
                  <a:gd name="connsiteX13" fmla="*/ 78722 w 150716"/>
                  <a:gd name="connsiteY13" fmla="*/ 165833 h 166056"/>
                  <a:gd name="connsiteX14" fmla="*/ 79171 w 150716"/>
                  <a:gd name="connsiteY14" fmla="*/ 165833 h 166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50716" h="166056">
                    <a:moveTo>
                      <a:pt x="133447" y="74972"/>
                    </a:moveTo>
                    <a:cubicBezTo>
                      <a:pt x="133447" y="48116"/>
                      <a:pt x="115504" y="14771"/>
                      <a:pt x="75807" y="14771"/>
                    </a:cubicBezTo>
                    <a:cubicBezTo>
                      <a:pt x="36109" y="14771"/>
                      <a:pt x="19737" y="47445"/>
                      <a:pt x="18391" y="74972"/>
                    </a:cubicBezTo>
                    <a:lnTo>
                      <a:pt x="133447" y="74972"/>
                    </a:lnTo>
                    <a:close/>
                    <a:moveTo>
                      <a:pt x="79171" y="166057"/>
                    </a:moveTo>
                    <a:cubicBezTo>
                      <a:pt x="32969" y="166057"/>
                      <a:pt x="0" y="131592"/>
                      <a:pt x="0" y="82805"/>
                    </a:cubicBezTo>
                    <a:cubicBezTo>
                      <a:pt x="0" y="34017"/>
                      <a:pt x="32072" y="0"/>
                      <a:pt x="76031" y="0"/>
                    </a:cubicBezTo>
                    <a:cubicBezTo>
                      <a:pt x="119990" y="0"/>
                      <a:pt x="150716" y="38045"/>
                      <a:pt x="150716" y="83700"/>
                    </a:cubicBezTo>
                    <a:lnTo>
                      <a:pt x="150716" y="88176"/>
                    </a:lnTo>
                    <a:lnTo>
                      <a:pt x="18167" y="88176"/>
                    </a:lnTo>
                    <a:cubicBezTo>
                      <a:pt x="19737" y="122640"/>
                      <a:pt x="42837" y="151062"/>
                      <a:pt x="80068" y="151062"/>
                    </a:cubicBezTo>
                    <a:cubicBezTo>
                      <a:pt x="117298" y="151062"/>
                      <a:pt x="118420" y="143453"/>
                      <a:pt x="131877" y="129130"/>
                    </a:cubicBezTo>
                    <a:lnTo>
                      <a:pt x="140624" y="140320"/>
                    </a:lnTo>
                    <a:cubicBezTo>
                      <a:pt x="124924" y="156657"/>
                      <a:pt x="104963" y="165833"/>
                      <a:pt x="78722" y="165833"/>
                    </a:cubicBezTo>
                    <a:lnTo>
                      <a:pt x="79171" y="165833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1" name="Freeform 40">
                <a:extLst>
                  <a:ext uri="{FF2B5EF4-FFF2-40B4-BE49-F238E27FC236}">
                    <a16:creationId xmlns:a16="http://schemas.microsoft.com/office/drawing/2014/main" id="{35CE65D5-5246-AB4F-D6FB-11A4F186DEAF}"/>
                  </a:ext>
                </a:extLst>
              </p:cNvPr>
              <p:cNvSpPr/>
              <p:nvPr/>
            </p:nvSpPr>
            <p:spPr>
              <a:xfrm>
                <a:off x="-983019" y="1433486"/>
                <a:ext cx="124026" cy="218425"/>
              </a:xfrm>
              <a:custGeom>
                <a:avLst/>
                <a:gdLst>
                  <a:gd name="connsiteX0" fmla="*/ 124027 w 124026"/>
                  <a:gd name="connsiteY0" fmla="*/ 218425 h 218425"/>
                  <a:gd name="connsiteX1" fmla="*/ 106982 w 124026"/>
                  <a:gd name="connsiteY1" fmla="*/ 218425 h 218425"/>
                  <a:gd name="connsiteX2" fmla="*/ 106982 w 124026"/>
                  <a:gd name="connsiteY2" fmla="*/ 110779 h 218425"/>
                  <a:gd name="connsiteX3" fmla="*/ 68630 w 124026"/>
                  <a:gd name="connsiteY3" fmla="*/ 71839 h 218425"/>
                  <a:gd name="connsiteX4" fmla="*/ 17045 w 124026"/>
                  <a:gd name="connsiteY4" fmla="*/ 98918 h 218425"/>
                  <a:gd name="connsiteX5" fmla="*/ 17045 w 124026"/>
                  <a:gd name="connsiteY5" fmla="*/ 218425 h 218425"/>
                  <a:gd name="connsiteX6" fmla="*/ 0 w 124026"/>
                  <a:gd name="connsiteY6" fmla="*/ 218425 h 218425"/>
                  <a:gd name="connsiteX7" fmla="*/ 0 w 124026"/>
                  <a:gd name="connsiteY7" fmla="*/ 0 h 218425"/>
                  <a:gd name="connsiteX8" fmla="*/ 17045 w 124026"/>
                  <a:gd name="connsiteY8" fmla="*/ 0 h 218425"/>
                  <a:gd name="connsiteX9" fmla="*/ 17045 w 124026"/>
                  <a:gd name="connsiteY9" fmla="*/ 84147 h 218425"/>
                  <a:gd name="connsiteX10" fmla="*/ 74237 w 124026"/>
                  <a:gd name="connsiteY10" fmla="*/ 56397 h 218425"/>
                  <a:gd name="connsiteX11" fmla="*/ 124027 w 124026"/>
                  <a:gd name="connsiteY11" fmla="*/ 107198 h 218425"/>
                  <a:gd name="connsiteX12" fmla="*/ 124027 w 124026"/>
                  <a:gd name="connsiteY12" fmla="*/ 218425 h 218425"/>
                  <a:gd name="connsiteX13" fmla="*/ 124027 w 124026"/>
                  <a:gd name="connsiteY13" fmla="*/ 218425 h 218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4026" h="218425">
                    <a:moveTo>
                      <a:pt x="124027" y="218425"/>
                    </a:moveTo>
                    <a:lnTo>
                      <a:pt x="106982" y="218425"/>
                    </a:lnTo>
                    <a:lnTo>
                      <a:pt x="106982" y="110779"/>
                    </a:lnTo>
                    <a:cubicBezTo>
                      <a:pt x="106982" y="80343"/>
                      <a:pt x="91506" y="71839"/>
                      <a:pt x="68630" y="71839"/>
                    </a:cubicBezTo>
                    <a:cubicBezTo>
                      <a:pt x="45753" y="71839"/>
                      <a:pt x="27362" y="84595"/>
                      <a:pt x="17045" y="98918"/>
                    </a:cubicBezTo>
                    <a:lnTo>
                      <a:pt x="17045" y="218425"/>
                    </a:lnTo>
                    <a:lnTo>
                      <a:pt x="0" y="218425"/>
                    </a:lnTo>
                    <a:lnTo>
                      <a:pt x="0" y="0"/>
                    </a:lnTo>
                    <a:lnTo>
                      <a:pt x="17045" y="0"/>
                    </a:lnTo>
                    <a:lnTo>
                      <a:pt x="17045" y="84147"/>
                    </a:lnTo>
                    <a:cubicBezTo>
                      <a:pt x="28484" y="70496"/>
                      <a:pt x="51136" y="56397"/>
                      <a:pt x="74237" y="56397"/>
                    </a:cubicBezTo>
                    <a:cubicBezTo>
                      <a:pt x="97337" y="56397"/>
                      <a:pt x="124027" y="71391"/>
                      <a:pt x="124027" y="107198"/>
                    </a:cubicBezTo>
                    <a:lnTo>
                      <a:pt x="124027" y="218425"/>
                    </a:lnTo>
                    <a:lnTo>
                      <a:pt x="124027" y="218425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D99477CE-51A1-9718-36E8-BFCE5D7EB2B0}"/>
                  </a:ext>
                </a:extLst>
              </p:cNvPr>
              <p:cNvSpPr/>
              <p:nvPr/>
            </p:nvSpPr>
            <p:spPr>
              <a:xfrm>
                <a:off x="-1128576" y="1489659"/>
                <a:ext cx="86123" cy="162252"/>
              </a:xfrm>
              <a:custGeom>
                <a:avLst/>
                <a:gdLst>
                  <a:gd name="connsiteX0" fmla="*/ 34539 w 86123"/>
                  <a:gd name="connsiteY0" fmla="*/ 162252 h 162252"/>
                  <a:gd name="connsiteX1" fmla="*/ 0 w 86123"/>
                  <a:gd name="connsiteY1" fmla="*/ 162252 h 162252"/>
                  <a:gd name="connsiteX2" fmla="*/ 0 w 86123"/>
                  <a:gd name="connsiteY2" fmla="*/ 4028 h 162252"/>
                  <a:gd name="connsiteX3" fmla="*/ 34539 w 86123"/>
                  <a:gd name="connsiteY3" fmla="*/ 4028 h 162252"/>
                  <a:gd name="connsiteX4" fmla="*/ 34539 w 86123"/>
                  <a:gd name="connsiteY4" fmla="*/ 26856 h 162252"/>
                  <a:gd name="connsiteX5" fmla="*/ 86124 w 86123"/>
                  <a:gd name="connsiteY5" fmla="*/ 0 h 162252"/>
                  <a:gd name="connsiteX6" fmla="*/ 86124 w 86123"/>
                  <a:gd name="connsiteY6" fmla="*/ 34017 h 162252"/>
                  <a:gd name="connsiteX7" fmla="*/ 75582 w 86123"/>
                  <a:gd name="connsiteY7" fmla="*/ 33122 h 162252"/>
                  <a:gd name="connsiteX8" fmla="*/ 34539 w 86123"/>
                  <a:gd name="connsiteY8" fmla="*/ 54382 h 162252"/>
                  <a:gd name="connsiteX9" fmla="*/ 34539 w 86123"/>
                  <a:gd name="connsiteY9" fmla="*/ 162029 h 162252"/>
                  <a:gd name="connsiteX10" fmla="*/ 34539 w 86123"/>
                  <a:gd name="connsiteY10" fmla="*/ 162029 h 162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6123" h="162252">
                    <a:moveTo>
                      <a:pt x="34539" y="162252"/>
                    </a:moveTo>
                    <a:lnTo>
                      <a:pt x="0" y="162252"/>
                    </a:lnTo>
                    <a:lnTo>
                      <a:pt x="0" y="4028"/>
                    </a:lnTo>
                    <a:lnTo>
                      <a:pt x="34539" y="4028"/>
                    </a:lnTo>
                    <a:lnTo>
                      <a:pt x="34539" y="26856"/>
                    </a:lnTo>
                    <a:cubicBezTo>
                      <a:pt x="46650" y="11861"/>
                      <a:pt x="65714" y="0"/>
                      <a:pt x="86124" y="0"/>
                    </a:cubicBezTo>
                    <a:lnTo>
                      <a:pt x="86124" y="34017"/>
                    </a:lnTo>
                    <a:cubicBezTo>
                      <a:pt x="83208" y="33346"/>
                      <a:pt x="79844" y="33122"/>
                      <a:pt x="75582" y="33122"/>
                    </a:cubicBezTo>
                    <a:cubicBezTo>
                      <a:pt x="60780" y="33122"/>
                      <a:pt x="41492" y="42969"/>
                      <a:pt x="34539" y="54382"/>
                    </a:cubicBezTo>
                    <a:lnTo>
                      <a:pt x="34539" y="162029"/>
                    </a:lnTo>
                    <a:lnTo>
                      <a:pt x="34539" y="162029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F1A68A67-F8FC-B50B-6F1B-C70EAD66E609}"/>
                  </a:ext>
                </a:extLst>
              </p:cNvPr>
              <p:cNvSpPr/>
              <p:nvPr/>
            </p:nvSpPr>
            <p:spPr>
              <a:xfrm>
                <a:off x="-1320560" y="1489659"/>
                <a:ext cx="158117" cy="166056"/>
              </a:xfrm>
              <a:custGeom>
                <a:avLst/>
                <a:gdLst>
                  <a:gd name="connsiteX0" fmla="*/ 124924 w 158117"/>
                  <a:gd name="connsiteY0" fmla="*/ 69824 h 166056"/>
                  <a:gd name="connsiteX1" fmla="*/ 80068 w 158117"/>
                  <a:gd name="connsiteY1" fmla="*/ 28198 h 166056"/>
                  <a:gd name="connsiteX2" fmla="*/ 35885 w 158117"/>
                  <a:gd name="connsiteY2" fmla="*/ 69824 h 166056"/>
                  <a:gd name="connsiteX3" fmla="*/ 125148 w 158117"/>
                  <a:gd name="connsiteY3" fmla="*/ 69824 h 166056"/>
                  <a:gd name="connsiteX4" fmla="*/ 125148 w 158117"/>
                  <a:gd name="connsiteY4" fmla="*/ 69824 h 166056"/>
                  <a:gd name="connsiteX5" fmla="*/ 82984 w 158117"/>
                  <a:gd name="connsiteY5" fmla="*/ 166057 h 166056"/>
                  <a:gd name="connsiteX6" fmla="*/ 0 w 158117"/>
                  <a:gd name="connsiteY6" fmla="*/ 82805 h 166056"/>
                  <a:gd name="connsiteX7" fmla="*/ 80292 w 158117"/>
                  <a:gd name="connsiteY7" fmla="*/ 0 h 166056"/>
                  <a:gd name="connsiteX8" fmla="*/ 158117 w 158117"/>
                  <a:gd name="connsiteY8" fmla="*/ 85714 h 166056"/>
                  <a:gd name="connsiteX9" fmla="*/ 158117 w 158117"/>
                  <a:gd name="connsiteY9" fmla="*/ 94218 h 166056"/>
                  <a:gd name="connsiteX10" fmla="*/ 36109 w 158117"/>
                  <a:gd name="connsiteY10" fmla="*/ 94218 h 166056"/>
                  <a:gd name="connsiteX11" fmla="*/ 86348 w 158117"/>
                  <a:gd name="connsiteY11" fmla="*/ 137859 h 166056"/>
                  <a:gd name="connsiteX12" fmla="*/ 131652 w 158117"/>
                  <a:gd name="connsiteY12" fmla="*/ 120179 h 166056"/>
                  <a:gd name="connsiteX13" fmla="*/ 147352 w 158117"/>
                  <a:gd name="connsiteY13" fmla="*/ 142782 h 166056"/>
                  <a:gd name="connsiteX14" fmla="*/ 82984 w 158117"/>
                  <a:gd name="connsiteY14" fmla="*/ 166057 h 166056"/>
                  <a:gd name="connsiteX15" fmla="*/ 82984 w 158117"/>
                  <a:gd name="connsiteY15" fmla="*/ 166057 h 166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117" h="166056">
                    <a:moveTo>
                      <a:pt x="124924" y="69824"/>
                    </a:moveTo>
                    <a:cubicBezTo>
                      <a:pt x="124027" y="51249"/>
                      <a:pt x="111243" y="28198"/>
                      <a:pt x="80068" y="28198"/>
                    </a:cubicBezTo>
                    <a:cubicBezTo>
                      <a:pt x="48893" y="28198"/>
                      <a:pt x="37006" y="50802"/>
                      <a:pt x="35885" y="69824"/>
                    </a:cubicBezTo>
                    <a:lnTo>
                      <a:pt x="125148" y="69824"/>
                    </a:lnTo>
                    <a:lnTo>
                      <a:pt x="125148" y="69824"/>
                    </a:lnTo>
                    <a:close/>
                    <a:moveTo>
                      <a:pt x="82984" y="166057"/>
                    </a:moveTo>
                    <a:cubicBezTo>
                      <a:pt x="34988" y="166057"/>
                      <a:pt x="0" y="132935"/>
                      <a:pt x="0" y="82805"/>
                    </a:cubicBezTo>
                    <a:cubicBezTo>
                      <a:pt x="0" y="32674"/>
                      <a:pt x="33418" y="0"/>
                      <a:pt x="80292" y="0"/>
                    </a:cubicBezTo>
                    <a:cubicBezTo>
                      <a:pt x="127167" y="0"/>
                      <a:pt x="158117" y="36031"/>
                      <a:pt x="158117" y="85714"/>
                    </a:cubicBezTo>
                    <a:lnTo>
                      <a:pt x="158117" y="94218"/>
                    </a:lnTo>
                    <a:lnTo>
                      <a:pt x="36109" y="94218"/>
                    </a:lnTo>
                    <a:cubicBezTo>
                      <a:pt x="38800" y="117717"/>
                      <a:pt x="56519" y="137859"/>
                      <a:pt x="86348" y="137859"/>
                    </a:cubicBezTo>
                    <a:cubicBezTo>
                      <a:pt x="116177" y="137859"/>
                      <a:pt x="120214" y="131592"/>
                      <a:pt x="131652" y="120179"/>
                    </a:cubicBezTo>
                    <a:lnTo>
                      <a:pt x="147352" y="142782"/>
                    </a:lnTo>
                    <a:cubicBezTo>
                      <a:pt x="131204" y="157776"/>
                      <a:pt x="107879" y="166057"/>
                      <a:pt x="82984" y="166057"/>
                    </a:cubicBezTo>
                    <a:lnTo>
                      <a:pt x="82984" y="166057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5C931C64-419F-C150-AB15-DD01790B34D5}"/>
                  </a:ext>
                </a:extLst>
              </p:cNvPr>
              <p:cNvSpPr/>
              <p:nvPr/>
            </p:nvSpPr>
            <p:spPr>
              <a:xfrm>
                <a:off x="-1511198" y="1490107"/>
                <a:ext cx="155650" cy="226258"/>
              </a:xfrm>
              <a:custGeom>
                <a:avLst/>
                <a:gdLst>
                  <a:gd name="connsiteX0" fmla="*/ 80292 w 155650"/>
                  <a:gd name="connsiteY0" fmla="*/ 131368 h 226258"/>
                  <a:gd name="connsiteX1" fmla="*/ 120887 w 155650"/>
                  <a:gd name="connsiteY1" fmla="*/ 110332 h 226258"/>
                  <a:gd name="connsiteX2" fmla="*/ 120887 w 155650"/>
                  <a:gd name="connsiteY2" fmla="*/ 51026 h 226258"/>
                  <a:gd name="connsiteX3" fmla="*/ 80292 w 155650"/>
                  <a:gd name="connsiteY3" fmla="*/ 29989 h 226258"/>
                  <a:gd name="connsiteX4" fmla="*/ 35436 w 155650"/>
                  <a:gd name="connsiteY4" fmla="*/ 80790 h 226258"/>
                  <a:gd name="connsiteX5" fmla="*/ 80292 w 155650"/>
                  <a:gd name="connsiteY5" fmla="*/ 131145 h 226258"/>
                  <a:gd name="connsiteX6" fmla="*/ 80292 w 155650"/>
                  <a:gd name="connsiteY6" fmla="*/ 131145 h 226258"/>
                  <a:gd name="connsiteX7" fmla="*/ 74237 w 155650"/>
                  <a:gd name="connsiteY7" fmla="*/ 225810 h 226258"/>
                  <a:gd name="connsiteX8" fmla="*/ 7626 w 155650"/>
                  <a:gd name="connsiteY8" fmla="*/ 202312 h 226258"/>
                  <a:gd name="connsiteX9" fmla="*/ 23774 w 155650"/>
                  <a:gd name="connsiteY9" fmla="*/ 177470 h 226258"/>
                  <a:gd name="connsiteX10" fmla="*/ 74237 w 155650"/>
                  <a:gd name="connsiteY10" fmla="*/ 197836 h 226258"/>
                  <a:gd name="connsiteX11" fmla="*/ 121111 w 155650"/>
                  <a:gd name="connsiteY11" fmla="*/ 153748 h 226258"/>
                  <a:gd name="connsiteX12" fmla="*/ 121111 w 155650"/>
                  <a:gd name="connsiteY12" fmla="*/ 135844 h 226258"/>
                  <a:gd name="connsiteX13" fmla="*/ 70200 w 155650"/>
                  <a:gd name="connsiteY13" fmla="*/ 162476 h 226258"/>
                  <a:gd name="connsiteX14" fmla="*/ 0 w 155650"/>
                  <a:gd name="connsiteY14" fmla="*/ 81238 h 226258"/>
                  <a:gd name="connsiteX15" fmla="*/ 70200 w 155650"/>
                  <a:gd name="connsiteY15" fmla="*/ 0 h 226258"/>
                  <a:gd name="connsiteX16" fmla="*/ 121111 w 155650"/>
                  <a:gd name="connsiteY16" fmla="*/ 25960 h 226258"/>
                  <a:gd name="connsiteX17" fmla="*/ 121111 w 155650"/>
                  <a:gd name="connsiteY17" fmla="*/ 4028 h 226258"/>
                  <a:gd name="connsiteX18" fmla="*/ 155650 w 155650"/>
                  <a:gd name="connsiteY18" fmla="*/ 4028 h 226258"/>
                  <a:gd name="connsiteX19" fmla="*/ 155650 w 155650"/>
                  <a:gd name="connsiteY19" fmla="*/ 153972 h 226258"/>
                  <a:gd name="connsiteX20" fmla="*/ 74237 w 155650"/>
                  <a:gd name="connsiteY20" fmla="*/ 226258 h 226258"/>
                  <a:gd name="connsiteX21" fmla="*/ 74237 w 155650"/>
                  <a:gd name="connsiteY21" fmla="*/ 225810 h 2262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5650" h="226258">
                    <a:moveTo>
                      <a:pt x="80292" y="131368"/>
                    </a:moveTo>
                    <a:cubicBezTo>
                      <a:pt x="96440" y="131368"/>
                      <a:pt x="113037" y="121969"/>
                      <a:pt x="120887" y="110332"/>
                    </a:cubicBezTo>
                    <a:lnTo>
                      <a:pt x="120887" y="51026"/>
                    </a:lnTo>
                    <a:cubicBezTo>
                      <a:pt x="113037" y="39612"/>
                      <a:pt x="96216" y="29989"/>
                      <a:pt x="80292" y="29989"/>
                    </a:cubicBezTo>
                    <a:cubicBezTo>
                      <a:pt x="52706" y="29989"/>
                      <a:pt x="35436" y="50354"/>
                      <a:pt x="35436" y="80790"/>
                    </a:cubicBezTo>
                    <a:cubicBezTo>
                      <a:pt x="35436" y="111227"/>
                      <a:pt x="52930" y="131145"/>
                      <a:pt x="80292" y="131145"/>
                    </a:cubicBezTo>
                    <a:lnTo>
                      <a:pt x="80292" y="131145"/>
                    </a:lnTo>
                    <a:close/>
                    <a:moveTo>
                      <a:pt x="74237" y="225810"/>
                    </a:moveTo>
                    <a:cubicBezTo>
                      <a:pt x="47323" y="225810"/>
                      <a:pt x="27362" y="219992"/>
                      <a:pt x="7626" y="202312"/>
                    </a:cubicBezTo>
                    <a:lnTo>
                      <a:pt x="23774" y="177470"/>
                    </a:lnTo>
                    <a:cubicBezTo>
                      <a:pt x="37006" y="192241"/>
                      <a:pt x="53379" y="197836"/>
                      <a:pt x="74237" y="197836"/>
                    </a:cubicBezTo>
                    <a:cubicBezTo>
                      <a:pt x="95095" y="197836"/>
                      <a:pt x="121111" y="187317"/>
                      <a:pt x="121111" y="153748"/>
                    </a:cubicBezTo>
                    <a:lnTo>
                      <a:pt x="121111" y="135844"/>
                    </a:lnTo>
                    <a:cubicBezTo>
                      <a:pt x="109000" y="151958"/>
                      <a:pt x="90833" y="162476"/>
                      <a:pt x="70200" y="162476"/>
                    </a:cubicBezTo>
                    <a:cubicBezTo>
                      <a:pt x="29829" y="162476"/>
                      <a:pt x="0" y="133383"/>
                      <a:pt x="0" y="81238"/>
                    </a:cubicBezTo>
                    <a:cubicBezTo>
                      <a:pt x="0" y="29094"/>
                      <a:pt x="29156" y="0"/>
                      <a:pt x="70200" y="0"/>
                    </a:cubicBezTo>
                    <a:cubicBezTo>
                      <a:pt x="111243" y="0"/>
                      <a:pt x="108327" y="8728"/>
                      <a:pt x="121111" y="25960"/>
                    </a:cubicBezTo>
                    <a:lnTo>
                      <a:pt x="121111" y="4028"/>
                    </a:lnTo>
                    <a:lnTo>
                      <a:pt x="155650" y="4028"/>
                    </a:lnTo>
                    <a:lnTo>
                      <a:pt x="155650" y="153972"/>
                    </a:lnTo>
                    <a:cubicBezTo>
                      <a:pt x="155650" y="211040"/>
                      <a:pt x="113037" y="226258"/>
                      <a:pt x="74237" y="226258"/>
                    </a:cubicBezTo>
                    <a:lnTo>
                      <a:pt x="74237" y="225810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8901F723-BC07-A9D0-7E2D-1DEA77A22B31}"/>
                  </a:ext>
                </a:extLst>
              </p:cNvPr>
              <p:cNvSpPr/>
              <p:nvPr/>
            </p:nvSpPr>
            <p:spPr>
              <a:xfrm>
                <a:off x="-1687258" y="1489883"/>
                <a:ext cx="141072" cy="165833"/>
              </a:xfrm>
              <a:custGeom>
                <a:avLst/>
                <a:gdLst>
                  <a:gd name="connsiteX0" fmla="*/ 68630 w 141072"/>
                  <a:gd name="connsiteY0" fmla="*/ 142334 h 165833"/>
                  <a:gd name="connsiteX1" fmla="*/ 106309 w 141072"/>
                  <a:gd name="connsiteY1" fmla="*/ 125997 h 165833"/>
                  <a:gd name="connsiteX2" fmla="*/ 106309 w 141072"/>
                  <a:gd name="connsiteY2" fmla="*/ 101827 h 165833"/>
                  <a:gd name="connsiteX3" fmla="*/ 68630 w 141072"/>
                  <a:gd name="connsiteY3" fmla="*/ 85490 h 165833"/>
                  <a:gd name="connsiteX4" fmla="*/ 34539 w 141072"/>
                  <a:gd name="connsiteY4" fmla="*/ 113912 h 165833"/>
                  <a:gd name="connsiteX5" fmla="*/ 68630 w 141072"/>
                  <a:gd name="connsiteY5" fmla="*/ 142334 h 165833"/>
                  <a:gd name="connsiteX6" fmla="*/ 68630 w 141072"/>
                  <a:gd name="connsiteY6" fmla="*/ 142334 h 165833"/>
                  <a:gd name="connsiteX7" fmla="*/ 140848 w 141072"/>
                  <a:gd name="connsiteY7" fmla="*/ 162028 h 165833"/>
                  <a:gd name="connsiteX8" fmla="*/ 106309 w 141072"/>
                  <a:gd name="connsiteY8" fmla="*/ 162028 h 165833"/>
                  <a:gd name="connsiteX9" fmla="*/ 106309 w 141072"/>
                  <a:gd name="connsiteY9" fmla="*/ 144572 h 165833"/>
                  <a:gd name="connsiteX10" fmla="*/ 54724 w 141072"/>
                  <a:gd name="connsiteY10" fmla="*/ 165833 h 165833"/>
                  <a:gd name="connsiteX11" fmla="*/ 0 w 141072"/>
                  <a:gd name="connsiteY11" fmla="*/ 113465 h 165833"/>
                  <a:gd name="connsiteX12" fmla="*/ 54724 w 141072"/>
                  <a:gd name="connsiteY12" fmla="*/ 61768 h 165833"/>
                  <a:gd name="connsiteX13" fmla="*/ 106309 w 141072"/>
                  <a:gd name="connsiteY13" fmla="*/ 82133 h 165833"/>
                  <a:gd name="connsiteX14" fmla="*/ 106309 w 141072"/>
                  <a:gd name="connsiteY14" fmla="*/ 58635 h 165833"/>
                  <a:gd name="connsiteX15" fmla="*/ 69303 w 141072"/>
                  <a:gd name="connsiteY15" fmla="*/ 29094 h 165833"/>
                  <a:gd name="connsiteX16" fmla="*/ 22428 w 141072"/>
                  <a:gd name="connsiteY16" fmla="*/ 49459 h 165833"/>
                  <a:gd name="connsiteX17" fmla="*/ 8074 w 141072"/>
                  <a:gd name="connsiteY17" fmla="*/ 25513 h 165833"/>
                  <a:gd name="connsiteX18" fmla="*/ 74685 w 141072"/>
                  <a:gd name="connsiteY18" fmla="*/ 0 h 165833"/>
                  <a:gd name="connsiteX19" fmla="*/ 141072 w 141072"/>
                  <a:gd name="connsiteY19" fmla="*/ 57068 h 165833"/>
                  <a:gd name="connsiteX20" fmla="*/ 141072 w 141072"/>
                  <a:gd name="connsiteY20" fmla="*/ 162252 h 165833"/>
                  <a:gd name="connsiteX21" fmla="*/ 141072 w 141072"/>
                  <a:gd name="connsiteY21" fmla="*/ 162252 h 165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072" h="165833">
                    <a:moveTo>
                      <a:pt x="68630" y="142334"/>
                    </a:moveTo>
                    <a:cubicBezTo>
                      <a:pt x="83432" y="142334"/>
                      <a:pt x="98235" y="136740"/>
                      <a:pt x="106309" y="125997"/>
                    </a:cubicBezTo>
                    <a:lnTo>
                      <a:pt x="106309" y="101827"/>
                    </a:lnTo>
                    <a:cubicBezTo>
                      <a:pt x="98010" y="91085"/>
                      <a:pt x="83432" y="85490"/>
                      <a:pt x="68630" y="85490"/>
                    </a:cubicBezTo>
                    <a:cubicBezTo>
                      <a:pt x="53827" y="85490"/>
                      <a:pt x="34539" y="96904"/>
                      <a:pt x="34539" y="113912"/>
                    </a:cubicBezTo>
                    <a:cubicBezTo>
                      <a:pt x="34539" y="130921"/>
                      <a:pt x="49342" y="142334"/>
                      <a:pt x="68630" y="142334"/>
                    </a:cubicBezTo>
                    <a:lnTo>
                      <a:pt x="68630" y="142334"/>
                    </a:lnTo>
                    <a:close/>
                    <a:moveTo>
                      <a:pt x="140848" y="162028"/>
                    </a:moveTo>
                    <a:lnTo>
                      <a:pt x="106309" y="162028"/>
                    </a:lnTo>
                    <a:lnTo>
                      <a:pt x="106309" y="144572"/>
                    </a:lnTo>
                    <a:cubicBezTo>
                      <a:pt x="94422" y="158224"/>
                      <a:pt x="75807" y="165833"/>
                      <a:pt x="54724" y="165833"/>
                    </a:cubicBezTo>
                    <a:cubicBezTo>
                      <a:pt x="33642" y="165833"/>
                      <a:pt x="0" y="148153"/>
                      <a:pt x="0" y="113465"/>
                    </a:cubicBezTo>
                    <a:cubicBezTo>
                      <a:pt x="0" y="78776"/>
                      <a:pt x="28932" y="61768"/>
                      <a:pt x="54724" y="61768"/>
                    </a:cubicBezTo>
                    <a:cubicBezTo>
                      <a:pt x="80517" y="61768"/>
                      <a:pt x="94422" y="68705"/>
                      <a:pt x="106309" y="82133"/>
                    </a:cubicBezTo>
                    <a:lnTo>
                      <a:pt x="106309" y="58635"/>
                    </a:lnTo>
                    <a:cubicBezTo>
                      <a:pt x="106309" y="40283"/>
                      <a:pt x="90833" y="29094"/>
                      <a:pt x="69303" y="29094"/>
                    </a:cubicBezTo>
                    <a:cubicBezTo>
                      <a:pt x="47772" y="29094"/>
                      <a:pt x="35885" y="35584"/>
                      <a:pt x="22428" y="49459"/>
                    </a:cubicBezTo>
                    <a:lnTo>
                      <a:pt x="8074" y="25513"/>
                    </a:lnTo>
                    <a:cubicBezTo>
                      <a:pt x="26465" y="7833"/>
                      <a:pt x="49342" y="0"/>
                      <a:pt x="74685" y="0"/>
                    </a:cubicBezTo>
                    <a:cubicBezTo>
                      <a:pt x="100029" y="0"/>
                      <a:pt x="141072" y="14771"/>
                      <a:pt x="141072" y="57068"/>
                    </a:cubicBezTo>
                    <a:lnTo>
                      <a:pt x="141072" y="162252"/>
                    </a:lnTo>
                    <a:lnTo>
                      <a:pt x="141072" y="162252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3A9A9F82-9C87-DC28-1E0A-1C521D36577E}"/>
                  </a:ext>
                </a:extLst>
              </p:cNvPr>
              <p:cNvSpPr/>
              <p:nvPr/>
            </p:nvSpPr>
            <p:spPr>
              <a:xfrm>
                <a:off x="-1868028" y="1489659"/>
                <a:ext cx="155650" cy="222229"/>
              </a:xfrm>
              <a:custGeom>
                <a:avLst/>
                <a:gdLst>
                  <a:gd name="connsiteX0" fmla="*/ 75358 w 155650"/>
                  <a:gd name="connsiteY0" fmla="*/ 135621 h 222229"/>
                  <a:gd name="connsiteX1" fmla="*/ 120214 w 155650"/>
                  <a:gd name="connsiteY1" fmla="*/ 82805 h 222229"/>
                  <a:gd name="connsiteX2" fmla="*/ 75358 w 155650"/>
                  <a:gd name="connsiteY2" fmla="*/ 30436 h 222229"/>
                  <a:gd name="connsiteX3" fmla="*/ 34763 w 155650"/>
                  <a:gd name="connsiteY3" fmla="*/ 51473 h 222229"/>
                  <a:gd name="connsiteX4" fmla="*/ 34763 w 155650"/>
                  <a:gd name="connsiteY4" fmla="*/ 113912 h 222229"/>
                  <a:gd name="connsiteX5" fmla="*/ 75358 w 155650"/>
                  <a:gd name="connsiteY5" fmla="*/ 135621 h 222229"/>
                  <a:gd name="connsiteX6" fmla="*/ 85451 w 155650"/>
                  <a:gd name="connsiteY6" fmla="*/ 166057 h 222229"/>
                  <a:gd name="connsiteX7" fmla="*/ 34539 w 155650"/>
                  <a:gd name="connsiteY7" fmla="*/ 140096 h 222229"/>
                  <a:gd name="connsiteX8" fmla="*/ 34539 w 155650"/>
                  <a:gd name="connsiteY8" fmla="*/ 222230 h 222229"/>
                  <a:gd name="connsiteX9" fmla="*/ 0 w 155650"/>
                  <a:gd name="connsiteY9" fmla="*/ 222230 h 222229"/>
                  <a:gd name="connsiteX10" fmla="*/ 0 w 155650"/>
                  <a:gd name="connsiteY10" fmla="*/ 3805 h 222229"/>
                  <a:gd name="connsiteX11" fmla="*/ 34539 w 155650"/>
                  <a:gd name="connsiteY11" fmla="*/ 3805 h 222229"/>
                  <a:gd name="connsiteX12" fmla="*/ 34539 w 155650"/>
                  <a:gd name="connsiteY12" fmla="*/ 25513 h 222229"/>
                  <a:gd name="connsiteX13" fmla="*/ 85451 w 155650"/>
                  <a:gd name="connsiteY13" fmla="*/ 0 h 222229"/>
                  <a:gd name="connsiteX14" fmla="*/ 155650 w 155650"/>
                  <a:gd name="connsiteY14" fmla="*/ 82805 h 222229"/>
                  <a:gd name="connsiteX15" fmla="*/ 85451 w 155650"/>
                  <a:gd name="connsiteY15" fmla="*/ 166057 h 222229"/>
                  <a:gd name="connsiteX16" fmla="*/ 85451 w 155650"/>
                  <a:gd name="connsiteY16" fmla="*/ 166057 h 22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5650" h="222229">
                    <a:moveTo>
                      <a:pt x="75358" y="135621"/>
                    </a:moveTo>
                    <a:cubicBezTo>
                      <a:pt x="102496" y="135621"/>
                      <a:pt x="120214" y="113689"/>
                      <a:pt x="120214" y="82805"/>
                    </a:cubicBezTo>
                    <a:cubicBezTo>
                      <a:pt x="120214" y="51921"/>
                      <a:pt x="102496" y="30436"/>
                      <a:pt x="75358" y="30436"/>
                    </a:cubicBezTo>
                    <a:cubicBezTo>
                      <a:pt x="48220" y="30436"/>
                      <a:pt x="42613" y="39612"/>
                      <a:pt x="34763" y="51473"/>
                    </a:cubicBezTo>
                    <a:lnTo>
                      <a:pt x="34763" y="113912"/>
                    </a:lnTo>
                    <a:cubicBezTo>
                      <a:pt x="42389" y="125774"/>
                      <a:pt x="59434" y="135621"/>
                      <a:pt x="75358" y="135621"/>
                    </a:cubicBezTo>
                    <a:close/>
                    <a:moveTo>
                      <a:pt x="85451" y="166057"/>
                    </a:moveTo>
                    <a:cubicBezTo>
                      <a:pt x="65490" y="166057"/>
                      <a:pt x="47772" y="156881"/>
                      <a:pt x="34539" y="140096"/>
                    </a:cubicBezTo>
                    <a:lnTo>
                      <a:pt x="34539" y="222230"/>
                    </a:lnTo>
                    <a:lnTo>
                      <a:pt x="0" y="222230"/>
                    </a:lnTo>
                    <a:lnTo>
                      <a:pt x="0" y="3805"/>
                    </a:lnTo>
                    <a:lnTo>
                      <a:pt x="34539" y="3805"/>
                    </a:lnTo>
                    <a:lnTo>
                      <a:pt x="34539" y="25513"/>
                    </a:lnTo>
                    <a:cubicBezTo>
                      <a:pt x="46426" y="9847"/>
                      <a:pt x="64817" y="0"/>
                      <a:pt x="85451" y="0"/>
                    </a:cubicBezTo>
                    <a:cubicBezTo>
                      <a:pt x="126494" y="0"/>
                      <a:pt x="155650" y="30884"/>
                      <a:pt x="155650" y="82805"/>
                    </a:cubicBezTo>
                    <a:cubicBezTo>
                      <a:pt x="155650" y="134725"/>
                      <a:pt x="126494" y="166057"/>
                      <a:pt x="85451" y="166057"/>
                    </a:cubicBezTo>
                    <a:lnTo>
                      <a:pt x="85451" y="166057"/>
                    </a:lnTo>
                    <a:close/>
                  </a:path>
                </a:pathLst>
              </a:custGeom>
              <a:solidFill>
                <a:schemeClr val="bg1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FAE44DB4-563A-E1CF-25B8-B2B17920ADA6}"/>
                  </a:ext>
                </a:extLst>
              </p:cNvPr>
              <p:cNvSpPr/>
              <p:nvPr/>
            </p:nvSpPr>
            <p:spPr>
              <a:xfrm>
                <a:off x="-2302009" y="1412673"/>
                <a:ext cx="329691" cy="385824"/>
              </a:xfrm>
              <a:custGeom>
                <a:avLst/>
                <a:gdLst>
                  <a:gd name="connsiteX0" fmla="*/ 93525 w 329691"/>
                  <a:gd name="connsiteY0" fmla="*/ 0 h 385824"/>
                  <a:gd name="connsiteX1" fmla="*/ 0 w 329691"/>
                  <a:gd name="connsiteY1" fmla="*/ 93099 h 385824"/>
                  <a:gd name="connsiteX2" fmla="*/ 0 w 329691"/>
                  <a:gd name="connsiteY2" fmla="*/ 235434 h 385824"/>
                  <a:gd name="connsiteX3" fmla="*/ 93525 w 329691"/>
                  <a:gd name="connsiteY3" fmla="*/ 328533 h 385824"/>
                  <a:gd name="connsiteX4" fmla="*/ 125373 w 329691"/>
                  <a:gd name="connsiteY4" fmla="*/ 328533 h 385824"/>
                  <a:gd name="connsiteX5" fmla="*/ 125597 w 329691"/>
                  <a:gd name="connsiteY5" fmla="*/ 328981 h 385824"/>
                  <a:gd name="connsiteX6" fmla="*/ 155426 w 329691"/>
                  <a:gd name="connsiteY6" fmla="*/ 380454 h 385824"/>
                  <a:gd name="connsiteX7" fmla="*/ 174266 w 329691"/>
                  <a:gd name="connsiteY7" fmla="*/ 380454 h 385824"/>
                  <a:gd name="connsiteX8" fmla="*/ 204095 w 329691"/>
                  <a:gd name="connsiteY8" fmla="*/ 328981 h 385824"/>
                  <a:gd name="connsiteX9" fmla="*/ 204319 w 329691"/>
                  <a:gd name="connsiteY9" fmla="*/ 328533 h 385824"/>
                  <a:gd name="connsiteX10" fmla="*/ 236167 w 329691"/>
                  <a:gd name="connsiteY10" fmla="*/ 328533 h 385824"/>
                  <a:gd name="connsiteX11" fmla="*/ 329692 w 329691"/>
                  <a:gd name="connsiteY11" fmla="*/ 235434 h 385824"/>
                  <a:gd name="connsiteX12" fmla="*/ 329692 w 329691"/>
                  <a:gd name="connsiteY12" fmla="*/ 93099 h 385824"/>
                  <a:gd name="connsiteX13" fmla="*/ 236167 w 329691"/>
                  <a:gd name="connsiteY13" fmla="*/ 0 h 385824"/>
                  <a:gd name="connsiteX14" fmla="*/ 93300 w 329691"/>
                  <a:gd name="connsiteY14" fmla="*/ 0 h 385824"/>
                  <a:gd name="connsiteX15" fmla="*/ 93525 w 329691"/>
                  <a:gd name="connsiteY15" fmla="*/ 0 h 385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9691" h="385824">
                    <a:moveTo>
                      <a:pt x="93525" y="0"/>
                    </a:moveTo>
                    <a:cubicBezTo>
                      <a:pt x="41940" y="0"/>
                      <a:pt x="0" y="41626"/>
                      <a:pt x="0" y="93099"/>
                    </a:cubicBezTo>
                    <a:lnTo>
                      <a:pt x="0" y="235434"/>
                    </a:lnTo>
                    <a:cubicBezTo>
                      <a:pt x="0" y="286907"/>
                      <a:pt x="41940" y="328533"/>
                      <a:pt x="93525" y="328533"/>
                    </a:cubicBezTo>
                    <a:lnTo>
                      <a:pt x="125373" y="328533"/>
                    </a:lnTo>
                    <a:cubicBezTo>
                      <a:pt x="125373" y="328533"/>
                      <a:pt x="125373" y="328981"/>
                      <a:pt x="125597" y="328981"/>
                    </a:cubicBezTo>
                    <a:lnTo>
                      <a:pt x="155426" y="380454"/>
                    </a:lnTo>
                    <a:cubicBezTo>
                      <a:pt x="159687" y="387615"/>
                      <a:pt x="170004" y="387615"/>
                      <a:pt x="174266" y="380454"/>
                    </a:cubicBezTo>
                    <a:lnTo>
                      <a:pt x="204095" y="328981"/>
                    </a:lnTo>
                    <a:cubicBezTo>
                      <a:pt x="204095" y="328981"/>
                      <a:pt x="204095" y="328533"/>
                      <a:pt x="204319" y="328533"/>
                    </a:cubicBezTo>
                    <a:lnTo>
                      <a:pt x="236167" y="328533"/>
                    </a:lnTo>
                    <a:cubicBezTo>
                      <a:pt x="287751" y="328533"/>
                      <a:pt x="329692" y="286907"/>
                      <a:pt x="329692" y="235434"/>
                    </a:cubicBezTo>
                    <a:lnTo>
                      <a:pt x="329692" y="93099"/>
                    </a:lnTo>
                    <a:cubicBezTo>
                      <a:pt x="329692" y="41626"/>
                      <a:pt x="287751" y="0"/>
                      <a:pt x="236167" y="0"/>
                    </a:cubicBezTo>
                    <a:lnTo>
                      <a:pt x="93300" y="0"/>
                    </a:lnTo>
                    <a:lnTo>
                      <a:pt x="93525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BBED63CC-1A27-8BA9-2385-50C783315AC4}"/>
                  </a:ext>
                </a:extLst>
              </p:cNvPr>
              <p:cNvSpPr/>
              <p:nvPr/>
            </p:nvSpPr>
            <p:spPr>
              <a:xfrm>
                <a:off x="-2254630" y="1493520"/>
                <a:ext cx="187483" cy="93658"/>
              </a:xfrm>
              <a:custGeom>
                <a:avLst/>
                <a:gdLst>
                  <a:gd name="connsiteX0" fmla="*/ 90329 w 187483"/>
                  <a:gd name="connsiteY0" fmla="*/ 35528 h 93658"/>
                  <a:gd name="connsiteX1" fmla="*/ 86965 w 187483"/>
                  <a:gd name="connsiteY1" fmla="*/ 6882 h 93658"/>
                  <a:gd name="connsiteX2" fmla="*/ 53995 w 187483"/>
                  <a:gd name="connsiteY2" fmla="*/ 6882 h 93658"/>
                  <a:gd name="connsiteX3" fmla="*/ 50183 w 187483"/>
                  <a:gd name="connsiteY3" fmla="*/ 34856 h 93658"/>
                  <a:gd name="connsiteX4" fmla="*/ 34932 w 187483"/>
                  <a:gd name="connsiteY4" fmla="*/ 50074 h 93658"/>
                  <a:gd name="connsiteX5" fmla="*/ 6897 w 187483"/>
                  <a:gd name="connsiteY5" fmla="*/ 53879 h 93658"/>
                  <a:gd name="connsiteX6" fmla="*/ 6897 w 187483"/>
                  <a:gd name="connsiteY6" fmla="*/ 86777 h 93658"/>
                  <a:gd name="connsiteX7" fmla="*/ 39866 w 187483"/>
                  <a:gd name="connsiteY7" fmla="*/ 86777 h 93658"/>
                  <a:gd name="connsiteX8" fmla="*/ 43679 w 187483"/>
                  <a:gd name="connsiteY8" fmla="*/ 58802 h 93658"/>
                  <a:gd name="connsiteX9" fmla="*/ 58930 w 187483"/>
                  <a:gd name="connsiteY9" fmla="*/ 43584 h 93658"/>
                  <a:gd name="connsiteX10" fmla="*/ 81582 w 187483"/>
                  <a:gd name="connsiteY10" fmla="*/ 43808 h 93658"/>
                  <a:gd name="connsiteX11" fmla="*/ 97057 w 187483"/>
                  <a:gd name="connsiteY11" fmla="*/ 59250 h 93658"/>
                  <a:gd name="connsiteX12" fmla="*/ 101094 w 187483"/>
                  <a:gd name="connsiteY12" fmla="*/ 86777 h 93658"/>
                  <a:gd name="connsiteX13" fmla="*/ 134063 w 187483"/>
                  <a:gd name="connsiteY13" fmla="*/ 86777 h 93658"/>
                  <a:gd name="connsiteX14" fmla="*/ 137203 w 187483"/>
                  <a:gd name="connsiteY14" fmla="*/ 57683 h 93658"/>
                  <a:gd name="connsiteX15" fmla="*/ 137876 w 187483"/>
                  <a:gd name="connsiteY15" fmla="*/ 58355 h 93658"/>
                  <a:gd name="connsiteX16" fmla="*/ 152903 w 187483"/>
                  <a:gd name="connsiteY16" fmla="*/ 43361 h 93658"/>
                  <a:gd name="connsiteX17" fmla="*/ 181162 w 187483"/>
                  <a:gd name="connsiteY17" fmla="*/ 39780 h 93658"/>
                  <a:gd name="connsiteX18" fmla="*/ 181162 w 187483"/>
                  <a:gd name="connsiteY18" fmla="*/ 6882 h 93658"/>
                  <a:gd name="connsiteX19" fmla="*/ 148193 w 187483"/>
                  <a:gd name="connsiteY19" fmla="*/ 6882 h 93658"/>
                  <a:gd name="connsiteX20" fmla="*/ 144380 w 187483"/>
                  <a:gd name="connsiteY20" fmla="*/ 34856 h 93658"/>
                  <a:gd name="connsiteX21" fmla="*/ 129353 w 187483"/>
                  <a:gd name="connsiteY21" fmla="*/ 49851 h 93658"/>
                  <a:gd name="connsiteX22" fmla="*/ 130251 w 187483"/>
                  <a:gd name="connsiteY22" fmla="*/ 50746 h 93658"/>
                  <a:gd name="connsiteX23" fmla="*/ 105580 w 187483"/>
                  <a:gd name="connsiteY23" fmla="*/ 50522 h 93658"/>
                  <a:gd name="connsiteX24" fmla="*/ 90553 w 187483"/>
                  <a:gd name="connsiteY24" fmla="*/ 35528 h 93658"/>
                  <a:gd name="connsiteX25" fmla="*/ 90553 w 187483"/>
                  <a:gd name="connsiteY25" fmla="*/ 35528 h 93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87483" h="93658">
                    <a:moveTo>
                      <a:pt x="90329" y="35528"/>
                    </a:moveTo>
                    <a:cubicBezTo>
                      <a:pt x="95711" y="26576"/>
                      <a:pt x="94590" y="14715"/>
                      <a:pt x="86965" y="6882"/>
                    </a:cubicBezTo>
                    <a:cubicBezTo>
                      <a:pt x="77769" y="-2294"/>
                      <a:pt x="62967" y="-2294"/>
                      <a:pt x="53995" y="6882"/>
                    </a:cubicBezTo>
                    <a:cubicBezTo>
                      <a:pt x="46370" y="14491"/>
                      <a:pt x="45024" y="26128"/>
                      <a:pt x="50183" y="34856"/>
                    </a:cubicBezTo>
                    <a:lnTo>
                      <a:pt x="34932" y="50074"/>
                    </a:lnTo>
                    <a:cubicBezTo>
                      <a:pt x="25960" y="44927"/>
                      <a:pt x="14522" y="46270"/>
                      <a:pt x="6897" y="53879"/>
                    </a:cubicBezTo>
                    <a:cubicBezTo>
                      <a:pt x="-2299" y="63055"/>
                      <a:pt x="-2299" y="77825"/>
                      <a:pt x="6897" y="86777"/>
                    </a:cubicBezTo>
                    <a:cubicBezTo>
                      <a:pt x="16092" y="95953"/>
                      <a:pt x="30895" y="95953"/>
                      <a:pt x="39866" y="86777"/>
                    </a:cubicBezTo>
                    <a:cubicBezTo>
                      <a:pt x="47491" y="79168"/>
                      <a:pt x="48837" y="67531"/>
                      <a:pt x="43679" y="58802"/>
                    </a:cubicBezTo>
                    <a:lnTo>
                      <a:pt x="58930" y="43584"/>
                    </a:lnTo>
                    <a:cubicBezTo>
                      <a:pt x="65882" y="47613"/>
                      <a:pt x="74629" y="47613"/>
                      <a:pt x="81582" y="43808"/>
                    </a:cubicBezTo>
                    <a:lnTo>
                      <a:pt x="97057" y="59250"/>
                    </a:lnTo>
                    <a:cubicBezTo>
                      <a:pt x="92347" y="68202"/>
                      <a:pt x="93693" y="79392"/>
                      <a:pt x="101094" y="86777"/>
                    </a:cubicBezTo>
                    <a:cubicBezTo>
                      <a:pt x="108495" y="94162"/>
                      <a:pt x="125092" y="95953"/>
                      <a:pt x="134063" y="86777"/>
                    </a:cubicBezTo>
                    <a:cubicBezTo>
                      <a:pt x="141913" y="78944"/>
                      <a:pt x="143035" y="66859"/>
                      <a:pt x="137203" y="57683"/>
                    </a:cubicBezTo>
                    <a:lnTo>
                      <a:pt x="137876" y="58355"/>
                    </a:lnTo>
                    <a:lnTo>
                      <a:pt x="152903" y="43361"/>
                    </a:lnTo>
                    <a:cubicBezTo>
                      <a:pt x="161874" y="48508"/>
                      <a:pt x="173537" y="47389"/>
                      <a:pt x="181162" y="39780"/>
                    </a:cubicBezTo>
                    <a:cubicBezTo>
                      <a:pt x="188788" y="32171"/>
                      <a:pt x="190358" y="15834"/>
                      <a:pt x="181162" y="6882"/>
                    </a:cubicBezTo>
                    <a:cubicBezTo>
                      <a:pt x="171967" y="-2294"/>
                      <a:pt x="157164" y="-2294"/>
                      <a:pt x="148193" y="6882"/>
                    </a:cubicBezTo>
                    <a:cubicBezTo>
                      <a:pt x="140568" y="14491"/>
                      <a:pt x="139222" y="25904"/>
                      <a:pt x="144380" y="34856"/>
                    </a:cubicBezTo>
                    <a:lnTo>
                      <a:pt x="129353" y="49851"/>
                    </a:lnTo>
                    <a:lnTo>
                      <a:pt x="130251" y="50746"/>
                    </a:lnTo>
                    <a:cubicBezTo>
                      <a:pt x="122849" y="46046"/>
                      <a:pt x="113205" y="45822"/>
                      <a:pt x="105580" y="50522"/>
                    </a:cubicBezTo>
                    <a:lnTo>
                      <a:pt x="90553" y="35528"/>
                    </a:lnTo>
                    <a:lnTo>
                      <a:pt x="90553" y="35528"/>
                    </a:lnTo>
                    <a:close/>
                  </a:path>
                </a:pathLst>
              </a:custGeom>
              <a:solidFill>
                <a:srgbClr val="FF8200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92E38DA8-705D-7BDA-9136-0C643F2A102A}"/>
                  </a:ext>
                </a:extLst>
              </p:cNvPr>
              <p:cNvSpPr/>
              <p:nvPr/>
            </p:nvSpPr>
            <p:spPr>
              <a:xfrm>
                <a:off x="-2207756" y="1540517"/>
                <a:ext cx="188058" cy="140655"/>
              </a:xfrm>
              <a:custGeom>
                <a:avLst/>
                <a:gdLst>
                  <a:gd name="connsiteX0" fmla="*/ 181162 w 188058"/>
                  <a:gd name="connsiteY0" fmla="*/ 6882 h 140655"/>
                  <a:gd name="connsiteX1" fmla="*/ 181162 w 188058"/>
                  <a:gd name="connsiteY1" fmla="*/ 39780 h 140655"/>
                  <a:gd name="connsiteX2" fmla="*/ 153127 w 188058"/>
                  <a:gd name="connsiteY2" fmla="*/ 43584 h 140655"/>
                  <a:gd name="connsiteX3" fmla="*/ 137876 w 188058"/>
                  <a:gd name="connsiteY3" fmla="*/ 58802 h 140655"/>
                  <a:gd name="connsiteX4" fmla="*/ 134063 w 188058"/>
                  <a:gd name="connsiteY4" fmla="*/ 86777 h 140655"/>
                  <a:gd name="connsiteX5" fmla="*/ 106028 w 188058"/>
                  <a:gd name="connsiteY5" fmla="*/ 90582 h 140655"/>
                  <a:gd name="connsiteX6" fmla="*/ 90777 w 188058"/>
                  <a:gd name="connsiteY6" fmla="*/ 105800 h 140655"/>
                  <a:gd name="connsiteX7" fmla="*/ 86965 w 188058"/>
                  <a:gd name="connsiteY7" fmla="*/ 133774 h 140655"/>
                  <a:gd name="connsiteX8" fmla="*/ 53995 w 188058"/>
                  <a:gd name="connsiteY8" fmla="*/ 133774 h 140655"/>
                  <a:gd name="connsiteX9" fmla="*/ 50183 w 188058"/>
                  <a:gd name="connsiteY9" fmla="*/ 105800 h 140655"/>
                  <a:gd name="connsiteX10" fmla="*/ 34932 w 188058"/>
                  <a:gd name="connsiteY10" fmla="*/ 90582 h 140655"/>
                  <a:gd name="connsiteX11" fmla="*/ 6897 w 188058"/>
                  <a:gd name="connsiteY11" fmla="*/ 86777 h 140655"/>
                  <a:gd name="connsiteX12" fmla="*/ 6897 w 188058"/>
                  <a:gd name="connsiteY12" fmla="*/ 53879 h 140655"/>
                  <a:gd name="connsiteX13" fmla="*/ 39866 w 188058"/>
                  <a:gd name="connsiteY13" fmla="*/ 53879 h 140655"/>
                  <a:gd name="connsiteX14" fmla="*/ 43679 w 188058"/>
                  <a:gd name="connsiteY14" fmla="*/ 81853 h 140655"/>
                  <a:gd name="connsiteX15" fmla="*/ 58930 w 188058"/>
                  <a:gd name="connsiteY15" fmla="*/ 97072 h 140655"/>
                  <a:gd name="connsiteX16" fmla="*/ 82255 w 188058"/>
                  <a:gd name="connsiteY16" fmla="*/ 97072 h 140655"/>
                  <a:gd name="connsiteX17" fmla="*/ 97506 w 188058"/>
                  <a:gd name="connsiteY17" fmla="*/ 81853 h 140655"/>
                  <a:gd name="connsiteX18" fmla="*/ 101319 w 188058"/>
                  <a:gd name="connsiteY18" fmla="*/ 53879 h 140655"/>
                  <a:gd name="connsiteX19" fmla="*/ 129354 w 188058"/>
                  <a:gd name="connsiteY19" fmla="*/ 50074 h 140655"/>
                  <a:gd name="connsiteX20" fmla="*/ 144605 w 188058"/>
                  <a:gd name="connsiteY20" fmla="*/ 34856 h 140655"/>
                  <a:gd name="connsiteX21" fmla="*/ 148417 w 188058"/>
                  <a:gd name="connsiteY21" fmla="*/ 6882 h 140655"/>
                  <a:gd name="connsiteX22" fmla="*/ 181386 w 188058"/>
                  <a:gd name="connsiteY22" fmla="*/ 6882 h 140655"/>
                  <a:gd name="connsiteX23" fmla="*/ 181162 w 188058"/>
                  <a:gd name="connsiteY23" fmla="*/ 6882 h 1406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88058" h="140655">
                    <a:moveTo>
                      <a:pt x="181162" y="6882"/>
                    </a:moveTo>
                    <a:cubicBezTo>
                      <a:pt x="190358" y="16057"/>
                      <a:pt x="190358" y="30828"/>
                      <a:pt x="181162" y="39780"/>
                    </a:cubicBezTo>
                    <a:cubicBezTo>
                      <a:pt x="173537" y="47389"/>
                      <a:pt x="161874" y="48732"/>
                      <a:pt x="153127" y="43584"/>
                    </a:cubicBezTo>
                    <a:lnTo>
                      <a:pt x="137876" y="58802"/>
                    </a:lnTo>
                    <a:cubicBezTo>
                      <a:pt x="143035" y="67754"/>
                      <a:pt x="141689" y="79168"/>
                      <a:pt x="134063" y="86777"/>
                    </a:cubicBezTo>
                    <a:cubicBezTo>
                      <a:pt x="126438" y="94386"/>
                      <a:pt x="114775" y="95729"/>
                      <a:pt x="106028" y="90582"/>
                    </a:cubicBezTo>
                    <a:lnTo>
                      <a:pt x="90777" y="105800"/>
                    </a:lnTo>
                    <a:cubicBezTo>
                      <a:pt x="95936" y="114752"/>
                      <a:pt x="94590" y="126165"/>
                      <a:pt x="86965" y="133774"/>
                    </a:cubicBezTo>
                    <a:cubicBezTo>
                      <a:pt x="77769" y="142950"/>
                      <a:pt x="62967" y="142950"/>
                      <a:pt x="53995" y="133774"/>
                    </a:cubicBezTo>
                    <a:cubicBezTo>
                      <a:pt x="46370" y="126165"/>
                      <a:pt x="45024" y="114528"/>
                      <a:pt x="50183" y="105800"/>
                    </a:cubicBezTo>
                    <a:lnTo>
                      <a:pt x="34932" y="90582"/>
                    </a:lnTo>
                    <a:cubicBezTo>
                      <a:pt x="25960" y="95729"/>
                      <a:pt x="14522" y="94386"/>
                      <a:pt x="6897" y="86777"/>
                    </a:cubicBezTo>
                    <a:cubicBezTo>
                      <a:pt x="-2299" y="77601"/>
                      <a:pt x="-2299" y="62831"/>
                      <a:pt x="6897" y="53879"/>
                    </a:cubicBezTo>
                    <a:cubicBezTo>
                      <a:pt x="16092" y="44703"/>
                      <a:pt x="30895" y="44703"/>
                      <a:pt x="39866" y="53879"/>
                    </a:cubicBezTo>
                    <a:cubicBezTo>
                      <a:pt x="47491" y="61488"/>
                      <a:pt x="48837" y="73125"/>
                      <a:pt x="43679" y="81853"/>
                    </a:cubicBezTo>
                    <a:lnTo>
                      <a:pt x="58930" y="97072"/>
                    </a:lnTo>
                    <a:cubicBezTo>
                      <a:pt x="66107" y="93043"/>
                      <a:pt x="75078" y="93043"/>
                      <a:pt x="82255" y="97072"/>
                    </a:cubicBezTo>
                    <a:lnTo>
                      <a:pt x="97506" y="81853"/>
                    </a:lnTo>
                    <a:cubicBezTo>
                      <a:pt x="92347" y="72902"/>
                      <a:pt x="93693" y="61488"/>
                      <a:pt x="101319" y="53879"/>
                    </a:cubicBezTo>
                    <a:cubicBezTo>
                      <a:pt x="108944" y="46270"/>
                      <a:pt x="120607" y="44927"/>
                      <a:pt x="129354" y="50074"/>
                    </a:cubicBezTo>
                    <a:lnTo>
                      <a:pt x="144605" y="34856"/>
                    </a:lnTo>
                    <a:cubicBezTo>
                      <a:pt x="139446" y="25904"/>
                      <a:pt x="140792" y="14491"/>
                      <a:pt x="148417" y="6882"/>
                    </a:cubicBezTo>
                    <a:cubicBezTo>
                      <a:pt x="157613" y="-2294"/>
                      <a:pt x="172415" y="-2294"/>
                      <a:pt x="181386" y="6882"/>
                    </a:cubicBezTo>
                    <a:lnTo>
                      <a:pt x="181162" y="6882"/>
                    </a:lnTo>
                    <a:close/>
                  </a:path>
                </a:pathLst>
              </a:custGeom>
              <a:solidFill>
                <a:srgbClr val="FFFFFF"/>
              </a:solidFill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  <p:grpSp>
          <p:nvGrpSpPr>
            <p:cNvPr id="32" name="Graphic 5">
              <a:extLst>
                <a:ext uri="{FF2B5EF4-FFF2-40B4-BE49-F238E27FC236}">
                  <a16:creationId xmlns:a16="http://schemas.microsoft.com/office/drawing/2014/main" id="{190C9AE3-3526-CDEF-EC8E-79F6B2BE2C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87787" y="1435962"/>
              <a:ext cx="68362" cy="36576"/>
              <a:chOff x="-141780" y="1429612"/>
              <a:chExt cx="99132" cy="53039"/>
            </a:xfrm>
            <a:solidFill>
              <a:schemeClr val="bg1"/>
            </a:solidFill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3A551690-C103-8AE2-3790-B73BB9A92DE4}"/>
                  </a:ext>
                </a:extLst>
              </p:cNvPr>
              <p:cNvSpPr/>
              <p:nvPr/>
            </p:nvSpPr>
            <p:spPr>
              <a:xfrm>
                <a:off x="-141780" y="1429612"/>
                <a:ext cx="36781" cy="53039"/>
              </a:xfrm>
              <a:custGeom>
                <a:avLst/>
                <a:gdLst>
                  <a:gd name="connsiteX0" fmla="*/ 18839 w 36781"/>
                  <a:gd name="connsiteY0" fmla="*/ 52592 h 53039"/>
                  <a:gd name="connsiteX1" fmla="*/ 9195 w 36781"/>
                  <a:gd name="connsiteY1" fmla="*/ 50578 h 53039"/>
                  <a:gd name="connsiteX2" fmla="*/ 2691 w 36781"/>
                  <a:gd name="connsiteY2" fmla="*/ 45431 h 53039"/>
                  <a:gd name="connsiteX3" fmla="*/ 0 w 36781"/>
                  <a:gd name="connsiteY3" fmla="*/ 37598 h 53039"/>
                  <a:gd name="connsiteX4" fmla="*/ 7850 w 36781"/>
                  <a:gd name="connsiteY4" fmla="*/ 37598 h 53039"/>
                  <a:gd name="connsiteX5" fmla="*/ 9868 w 36781"/>
                  <a:gd name="connsiteY5" fmla="*/ 42297 h 53039"/>
                  <a:gd name="connsiteX6" fmla="*/ 13905 w 36781"/>
                  <a:gd name="connsiteY6" fmla="*/ 44983 h 53039"/>
                  <a:gd name="connsiteX7" fmla="*/ 19288 w 36781"/>
                  <a:gd name="connsiteY7" fmla="*/ 45878 h 53039"/>
                  <a:gd name="connsiteX8" fmla="*/ 24671 w 36781"/>
                  <a:gd name="connsiteY8" fmla="*/ 44983 h 53039"/>
                  <a:gd name="connsiteX9" fmla="*/ 28708 w 36781"/>
                  <a:gd name="connsiteY9" fmla="*/ 42297 h 53039"/>
                  <a:gd name="connsiteX10" fmla="*/ 30053 w 36781"/>
                  <a:gd name="connsiteY10" fmla="*/ 38269 h 53039"/>
                  <a:gd name="connsiteX11" fmla="*/ 28708 w 36781"/>
                  <a:gd name="connsiteY11" fmla="*/ 34465 h 53039"/>
                  <a:gd name="connsiteX12" fmla="*/ 25344 w 36781"/>
                  <a:gd name="connsiteY12" fmla="*/ 32227 h 53039"/>
                  <a:gd name="connsiteX13" fmla="*/ 20185 w 36781"/>
                  <a:gd name="connsiteY13" fmla="*/ 30212 h 53039"/>
                  <a:gd name="connsiteX14" fmla="*/ 14130 w 36781"/>
                  <a:gd name="connsiteY14" fmla="*/ 28198 h 53039"/>
                  <a:gd name="connsiteX15" fmla="*/ 4486 w 36781"/>
                  <a:gd name="connsiteY15" fmla="*/ 23051 h 53039"/>
                  <a:gd name="connsiteX16" fmla="*/ 673 w 36781"/>
                  <a:gd name="connsiteY16" fmla="*/ 14994 h 53039"/>
                  <a:gd name="connsiteX17" fmla="*/ 2916 w 36781"/>
                  <a:gd name="connsiteY17" fmla="*/ 7161 h 53039"/>
                  <a:gd name="connsiteX18" fmla="*/ 9420 w 36781"/>
                  <a:gd name="connsiteY18" fmla="*/ 2014 h 53039"/>
                  <a:gd name="connsiteX19" fmla="*/ 18615 w 36781"/>
                  <a:gd name="connsiteY19" fmla="*/ 0 h 53039"/>
                  <a:gd name="connsiteX20" fmla="*/ 27811 w 36781"/>
                  <a:gd name="connsiteY20" fmla="*/ 2014 h 53039"/>
                  <a:gd name="connsiteX21" fmla="*/ 33866 w 36781"/>
                  <a:gd name="connsiteY21" fmla="*/ 7161 h 53039"/>
                  <a:gd name="connsiteX22" fmla="*/ 36109 w 36781"/>
                  <a:gd name="connsiteY22" fmla="*/ 14547 h 53039"/>
                  <a:gd name="connsiteX23" fmla="*/ 28708 w 36781"/>
                  <a:gd name="connsiteY23" fmla="*/ 14547 h 53039"/>
                  <a:gd name="connsiteX24" fmla="*/ 25344 w 36781"/>
                  <a:gd name="connsiteY24" fmla="*/ 9176 h 53039"/>
                  <a:gd name="connsiteX25" fmla="*/ 17942 w 36781"/>
                  <a:gd name="connsiteY25" fmla="*/ 7161 h 53039"/>
                  <a:gd name="connsiteX26" fmla="*/ 12560 w 36781"/>
                  <a:gd name="connsiteY26" fmla="*/ 8057 h 53039"/>
                  <a:gd name="connsiteX27" fmla="*/ 8747 w 36781"/>
                  <a:gd name="connsiteY27" fmla="*/ 10742 h 53039"/>
                  <a:gd name="connsiteX28" fmla="*/ 7401 w 36781"/>
                  <a:gd name="connsiteY28" fmla="*/ 14547 h 53039"/>
                  <a:gd name="connsiteX29" fmla="*/ 8747 w 36781"/>
                  <a:gd name="connsiteY29" fmla="*/ 18351 h 53039"/>
                  <a:gd name="connsiteX30" fmla="*/ 12560 w 36781"/>
                  <a:gd name="connsiteY30" fmla="*/ 20589 h 53039"/>
                  <a:gd name="connsiteX31" fmla="*/ 16597 w 36781"/>
                  <a:gd name="connsiteY31" fmla="*/ 21932 h 53039"/>
                  <a:gd name="connsiteX32" fmla="*/ 21755 w 36781"/>
                  <a:gd name="connsiteY32" fmla="*/ 23275 h 53039"/>
                  <a:gd name="connsiteX33" fmla="*/ 26914 w 36781"/>
                  <a:gd name="connsiteY33" fmla="*/ 25289 h 53039"/>
                  <a:gd name="connsiteX34" fmla="*/ 31623 w 36781"/>
                  <a:gd name="connsiteY34" fmla="*/ 27975 h 53039"/>
                  <a:gd name="connsiteX35" fmla="*/ 35436 w 36781"/>
                  <a:gd name="connsiteY35" fmla="*/ 32003 h 53039"/>
                  <a:gd name="connsiteX36" fmla="*/ 36782 w 36781"/>
                  <a:gd name="connsiteY36" fmla="*/ 38045 h 53039"/>
                  <a:gd name="connsiteX37" fmla="*/ 34539 w 36781"/>
                  <a:gd name="connsiteY37" fmla="*/ 45878 h 53039"/>
                  <a:gd name="connsiteX38" fmla="*/ 28035 w 36781"/>
                  <a:gd name="connsiteY38" fmla="*/ 51026 h 53039"/>
                  <a:gd name="connsiteX39" fmla="*/ 17942 w 36781"/>
                  <a:gd name="connsiteY39" fmla="*/ 53040 h 53039"/>
                  <a:gd name="connsiteX40" fmla="*/ 18391 w 36781"/>
                  <a:gd name="connsiteY40" fmla="*/ 52592 h 53039"/>
                  <a:gd name="connsiteX41" fmla="*/ 18167 w 36781"/>
                  <a:gd name="connsiteY41" fmla="*/ 52592 h 53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6781" h="53039">
                    <a:moveTo>
                      <a:pt x="18839" y="52592"/>
                    </a:moveTo>
                    <a:cubicBezTo>
                      <a:pt x="15027" y="52592"/>
                      <a:pt x="12111" y="52145"/>
                      <a:pt x="9195" y="50578"/>
                    </a:cubicBezTo>
                    <a:cubicBezTo>
                      <a:pt x="6280" y="49011"/>
                      <a:pt x="4037" y="47892"/>
                      <a:pt x="2691" y="45431"/>
                    </a:cubicBezTo>
                    <a:cubicBezTo>
                      <a:pt x="1346" y="42969"/>
                      <a:pt x="449" y="40283"/>
                      <a:pt x="0" y="37598"/>
                    </a:cubicBezTo>
                    <a:lnTo>
                      <a:pt x="7850" y="37598"/>
                    </a:lnTo>
                    <a:cubicBezTo>
                      <a:pt x="7850" y="39612"/>
                      <a:pt x="8747" y="40955"/>
                      <a:pt x="9868" y="42297"/>
                    </a:cubicBezTo>
                    <a:cubicBezTo>
                      <a:pt x="10990" y="43640"/>
                      <a:pt x="12111" y="44535"/>
                      <a:pt x="13905" y="44983"/>
                    </a:cubicBezTo>
                    <a:cubicBezTo>
                      <a:pt x="15700" y="45431"/>
                      <a:pt x="17270" y="45878"/>
                      <a:pt x="19288" y="45878"/>
                    </a:cubicBezTo>
                    <a:cubicBezTo>
                      <a:pt x="21307" y="45878"/>
                      <a:pt x="23325" y="45878"/>
                      <a:pt x="24671" y="44983"/>
                    </a:cubicBezTo>
                    <a:cubicBezTo>
                      <a:pt x="26016" y="44088"/>
                      <a:pt x="27362" y="42969"/>
                      <a:pt x="28708" y="42297"/>
                    </a:cubicBezTo>
                    <a:cubicBezTo>
                      <a:pt x="30053" y="41626"/>
                      <a:pt x="30053" y="39612"/>
                      <a:pt x="30053" y="38269"/>
                    </a:cubicBezTo>
                    <a:cubicBezTo>
                      <a:pt x="30053" y="36926"/>
                      <a:pt x="30053" y="35584"/>
                      <a:pt x="28708" y="34465"/>
                    </a:cubicBezTo>
                    <a:cubicBezTo>
                      <a:pt x="27362" y="33346"/>
                      <a:pt x="26689" y="32450"/>
                      <a:pt x="25344" y="32227"/>
                    </a:cubicBezTo>
                    <a:cubicBezTo>
                      <a:pt x="23998" y="32003"/>
                      <a:pt x="21979" y="30884"/>
                      <a:pt x="20185" y="30212"/>
                    </a:cubicBezTo>
                    <a:lnTo>
                      <a:pt x="14130" y="28198"/>
                    </a:lnTo>
                    <a:cubicBezTo>
                      <a:pt x="10093" y="27303"/>
                      <a:pt x="6728" y="25513"/>
                      <a:pt x="4486" y="23051"/>
                    </a:cubicBezTo>
                    <a:cubicBezTo>
                      <a:pt x="2243" y="20589"/>
                      <a:pt x="673" y="17904"/>
                      <a:pt x="673" y="14994"/>
                    </a:cubicBezTo>
                    <a:cubicBezTo>
                      <a:pt x="673" y="12085"/>
                      <a:pt x="1570" y="9623"/>
                      <a:pt x="2916" y="7161"/>
                    </a:cubicBezTo>
                    <a:cubicBezTo>
                      <a:pt x="4261" y="4700"/>
                      <a:pt x="6728" y="3357"/>
                      <a:pt x="9420" y="2014"/>
                    </a:cubicBezTo>
                    <a:cubicBezTo>
                      <a:pt x="12111" y="671"/>
                      <a:pt x="14802" y="0"/>
                      <a:pt x="18615" y="0"/>
                    </a:cubicBezTo>
                    <a:cubicBezTo>
                      <a:pt x="22428" y="0"/>
                      <a:pt x="25119" y="448"/>
                      <a:pt x="27811" y="2014"/>
                    </a:cubicBezTo>
                    <a:cubicBezTo>
                      <a:pt x="30502" y="3581"/>
                      <a:pt x="32521" y="4700"/>
                      <a:pt x="33866" y="7161"/>
                    </a:cubicBezTo>
                    <a:cubicBezTo>
                      <a:pt x="35212" y="9623"/>
                      <a:pt x="36109" y="11861"/>
                      <a:pt x="36109" y="14547"/>
                    </a:cubicBezTo>
                    <a:lnTo>
                      <a:pt x="28708" y="14547"/>
                    </a:lnTo>
                    <a:cubicBezTo>
                      <a:pt x="28708" y="12309"/>
                      <a:pt x="27362" y="10518"/>
                      <a:pt x="25344" y="9176"/>
                    </a:cubicBezTo>
                    <a:cubicBezTo>
                      <a:pt x="23325" y="7833"/>
                      <a:pt x="21307" y="7161"/>
                      <a:pt x="17942" y="7161"/>
                    </a:cubicBezTo>
                    <a:cubicBezTo>
                      <a:pt x="14578" y="7161"/>
                      <a:pt x="14130" y="7161"/>
                      <a:pt x="12560" y="8057"/>
                    </a:cubicBezTo>
                    <a:cubicBezTo>
                      <a:pt x="10990" y="8952"/>
                      <a:pt x="9868" y="9399"/>
                      <a:pt x="8747" y="10742"/>
                    </a:cubicBezTo>
                    <a:cubicBezTo>
                      <a:pt x="7625" y="12085"/>
                      <a:pt x="7401" y="12980"/>
                      <a:pt x="7401" y="14547"/>
                    </a:cubicBezTo>
                    <a:cubicBezTo>
                      <a:pt x="7401" y="16113"/>
                      <a:pt x="7850" y="17232"/>
                      <a:pt x="8747" y="18351"/>
                    </a:cubicBezTo>
                    <a:cubicBezTo>
                      <a:pt x="9644" y="19470"/>
                      <a:pt x="10990" y="20365"/>
                      <a:pt x="12560" y="20589"/>
                    </a:cubicBezTo>
                    <a:cubicBezTo>
                      <a:pt x="14130" y="20813"/>
                      <a:pt x="15251" y="21484"/>
                      <a:pt x="16597" y="21932"/>
                    </a:cubicBezTo>
                    <a:lnTo>
                      <a:pt x="21755" y="23275"/>
                    </a:lnTo>
                    <a:cubicBezTo>
                      <a:pt x="23101" y="23275"/>
                      <a:pt x="25119" y="24170"/>
                      <a:pt x="26914" y="25289"/>
                    </a:cubicBezTo>
                    <a:cubicBezTo>
                      <a:pt x="28708" y="26408"/>
                      <a:pt x="30278" y="26632"/>
                      <a:pt x="31623" y="27975"/>
                    </a:cubicBezTo>
                    <a:cubicBezTo>
                      <a:pt x="32969" y="29317"/>
                      <a:pt x="34315" y="30212"/>
                      <a:pt x="35436" y="32003"/>
                    </a:cubicBezTo>
                    <a:cubicBezTo>
                      <a:pt x="36558" y="33793"/>
                      <a:pt x="36782" y="35807"/>
                      <a:pt x="36782" y="38045"/>
                    </a:cubicBezTo>
                    <a:cubicBezTo>
                      <a:pt x="36782" y="40283"/>
                      <a:pt x="35885" y="43416"/>
                      <a:pt x="34539" y="45878"/>
                    </a:cubicBezTo>
                    <a:cubicBezTo>
                      <a:pt x="33193" y="48340"/>
                      <a:pt x="30726" y="49907"/>
                      <a:pt x="28035" y="51026"/>
                    </a:cubicBezTo>
                    <a:cubicBezTo>
                      <a:pt x="25344" y="52145"/>
                      <a:pt x="21979" y="53040"/>
                      <a:pt x="17942" y="53040"/>
                    </a:cubicBezTo>
                    <a:lnTo>
                      <a:pt x="18391" y="52592"/>
                    </a:lnTo>
                    <a:lnTo>
                      <a:pt x="18167" y="52592"/>
                    </a:lnTo>
                    <a:close/>
                  </a:path>
                </a:pathLst>
              </a:custGeom>
              <a:grpFill/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4CEB892A-1326-7D5B-9865-4F141FA4FE58}"/>
                  </a:ext>
                </a:extLst>
              </p:cNvPr>
              <p:cNvSpPr/>
              <p:nvPr/>
            </p:nvSpPr>
            <p:spPr>
              <a:xfrm>
                <a:off x="-95578" y="1430508"/>
                <a:ext cx="52930" cy="51025"/>
              </a:xfrm>
              <a:custGeom>
                <a:avLst/>
                <a:gdLst>
                  <a:gd name="connsiteX0" fmla="*/ 673 w 52930"/>
                  <a:gd name="connsiteY0" fmla="*/ 50578 h 51025"/>
                  <a:gd name="connsiteX1" fmla="*/ 673 w 52930"/>
                  <a:gd name="connsiteY1" fmla="*/ 0 h 51025"/>
                  <a:gd name="connsiteX2" fmla="*/ 12111 w 52930"/>
                  <a:gd name="connsiteY2" fmla="*/ 0 h 51025"/>
                  <a:gd name="connsiteX3" fmla="*/ 23325 w 52930"/>
                  <a:gd name="connsiteY3" fmla="*/ 28870 h 51025"/>
                  <a:gd name="connsiteX4" fmla="*/ 24222 w 52930"/>
                  <a:gd name="connsiteY4" fmla="*/ 32227 h 51025"/>
                  <a:gd name="connsiteX5" fmla="*/ 25568 w 52930"/>
                  <a:gd name="connsiteY5" fmla="*/ 36255 h 51025"/>
                  <a:gd name="connsiteX6" fmla="*/ 26914 w 52930"/>
                  <a:gd name="connsiteY6" fmla="*/ 40955 h 51025"/>
                  <a:gd name="connsiteX7" fmla="*/ 27811 w 52930"/>
                  <a:gd name="connsiteY7" fmla="*/ 44983 h 51025"/>
                  <a:gd name="connsiteX8" fmla="*/ 25792 w 52930"/>
                  <a:gd name="connsiteY8" fmla="*/ 44983 h 51025"/>
                  <a:gd name="connsiteX9" fmla="*/ 26689 w 52930"/>
                  <a:gd name="connsiteY9" fmla="*/ 40955 h 51025"/>
                  <a:gd name="connsiteX10" fmla="*/ 28035 w 52930"/>
                  <a:gd name="connsiteY10" fmla="*/ 36255 h 51025"/>
                  <a:gd name="connsiteX11" fmla="*/ 29381 w 52930"/>
                  <a:gd name="connsiteY11" fmla="*/ 32227 h 51025"/>
                  <a:gd name="connsiteX12" fmla="*/ 30278 w 52930"/>
                  <a:gd name="connsiteY12" fmla="*/ 28870 h 51025"/>
                  <a:gd name="connsiteX13" fmla="*/ 41492 w 52930"/>
                  <a:gd name="connsiteY13" fmla="*/ 0 h 51025"/>
                  <a:gd name="connsiteX14" fmla="*/ 52930 w 52930"/>
                  <a:gd name="connsiteY14" fmla="*/ 0 h 51025"/>
                  <a:gd name="connsiteX15" fmla="*/ 52930 w 52930"/>
                  <a:gd name="connsiteY15" fmla="*/ 50578 h 51025"/>
                  <a:gd name="connsiteX16" fmla="*/ 45080 w 52930"/>
                  <a:gd name="connsiteY16" fmla="*/ 50578 h 51025"/>
                  <a:gd name="connsiteX17" fmla="*/ 45080 w 52930"/>
                  <a:gd name="connsiteY17" fmla="*/ 5371 h 51025"/>
                  <a:gd name="connsiteX18" fmla="*/ 45529 w 52930"/>
                  <a:gd name="connsiteY18" fmla="*/ 5371 h 51025"/>
                  <a:gd name="connsiteX19" fmla="*/ 44183 w 52930"/>
                  <a:gd name="connsiteY19" fmla="*/ 10518 h 51025"/>
                  <a:gd name="connsiteX20" fmla="*/ 42838 w 52930"/>
                  <a:gd name="connsiteY20" fmla="*/ 15666 h 51025"/>
                  <a:gd name="connsiteX21" fmla="*/ 41492 w 52930"/>
                  <a:gd name="connsiteY21" fmla="*/ 20365 h 51025"/>
                  <a:gd name="connsiteX22" fmla="*/ 40146 w 52930"/>
                  <a:gd name="connsiteY22" fmla="*/ 23722 h 51025"/>
                  <a:gd name="connsiteX23" fmla="*/ 30054 w 52930"/>
                  <a:gd name="connsiteY23" fmla="*/ 51026 h 51025"/>
                  <a:gd name="connsiteX24" fmla="*/ 23549 w 52930"/>
                  <a:gd name="connsiteY24" fmla="*/ 51026 h 51025"/>
                  <a:gd name="connsiteX25" fmla="*/ 13008 w 52930"/>
                  <a:gd name="connsiteY25" fmla="*/ 23722 h 51025"/>
                  <a:gd name="connsiteX26" fmla="*/ 11663 w 52930"/>
                  <a:gd name="connsiteY26" fmla="*/ 20365 h 51025"/>
                  <a:gd name="connsiteX27" fmla="*/ 10317 w 52930"/>
                  <a:gd name="connsiteY27" fmla="*/ 15666 h 51025"/>
                  <a:gd name="connsiteX28" fmla="*/ 8971 w 52930"/>
                  <a:gd name="connsiteY28" fmla="*/ 10518 h 51025"/>
                  <a:gd name="connsiteX29" fmla="*/ 6953 w 52930"/>
                  <a:gd name="connsiteY29" fmla="*/ 5371 h 51025"/>
                  <a:gd name="connsiteX30" fmla="*/ 7401 w 52930"/>
                  <a:gd name="connsiteY30" fmla="*/ 5371 h 51025"/>
                  <a:gd name="connsiteX31" fmla="*/ 7401 w 52930"/>
                  <a:gd name="connsiteY31" fmla="*/ 50578 h 51025"/>
                  <a:gd name="connsiteX32" fmla="*/ 0 w 52930"/>
                  <a:gd name="connsiteY32" fmla="*/ 50578 h 51025"/>
                  <a:gd name="connsiteX33" fmla="*/ 897 w 52930"/>
                  <a:gd name="connsiteY33" fmla="*/ 50578 h 51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2930" h="51025">
                    <a:moveTo>
                      <a:pt x="673" y="50578"/>
                    </a:moveTo>
                    <a:lnTo>
                      <a:pt x="673" y="0"/>
                    </a:lnTo>
                    <a:lnTo>
                      <a:pt x="12111" y="0"/>
                    </a:lnTo>
                    <a:lnTo>
                      <a:pt x="23325" y="28870"/>
                    </a:lnTo>
                    <a:cubicBezTo>
                      <a:pt x="23325" y="29765"/>
                      <a:pt x="23774" y="30884"/>
                      <a:pt x="24222" y="32227"/>
                    </a:cubicBezTo>
                    <a:cubicBezTo>
                      <a:pt x="24671" y="33569"/>
                      <a:pt x="25119" y="34912"/>
                      <a:pt x="25568" y="36255"/>
                    </a:cubicBezTo>
                    <a:cubicBezTo>
                      <a:pt x="26017" y="37598"/>
                      <a:pt x="26465" y="39612"/>
                      <a:pt x="26914" y="40955"/>
                    </a:cubicBezTo>
                    <a:cubicBezTo>
                      <a:pt x="27362" y="42297"/>
                      <a:pt x="27811" y="43640"/>
                      <a:pt x="27811" y="44983"/>
                    </a:cubicBezTo>
                    <a:lnTo>
                      <a:pt x="25792" y="44983"/>
                    </a:lnTo>
                    <a:cubicBezTo>
                      <a:pt x="25792" y="44088"/>
                      <a:pt x="26241" y="42745"/>
                      <a:pt x="26689" y="40955"/>
                    </a:cubicBezTo>
                    <a:cubicBezTo>
                      <a:pt x="27138" y="39164"/>
                      <a:pt x="27586" y="38269"/>
                      <a:pt x="28035" y="36255"/>
                    </a:cubicBezTo>
                    <a:cubicBezTo>
                      <a:pt x="28484" y="34241"/>
                      <a:pt x="28932" y="33569"/>
                      <a:pt x="29381" y="32227"/>
                    </a:cubicBezTo>
                    <a:cubicBezTo>
                      <a:pt x="29829" y="30884"/>
                      <a:pt x="30278" y="29989"/>
                      <a:pt x="30278" y="28870"/>
                    </a:cubicBezTo>
                    <a:lnTo>
                      <a:pt x="41492" y="0"/>
                    </a:lnTo>
                    <a:lnTo>
                      <a:pt x="52930" y="0"/>
                    </a:lnTo>
                    <a:lnTo>
                      <a:pt x="52930" y="50578"/>
                    </a:lnTo>
                    <a:lnTo>
                      <a:pt x="45080" y="50578"/>
                    </a:lnTo>
                    <a:lnTo>
                      <a:pt x="45080" y="5371"/>
                    </a:lnTo>
                    <a:lnTo>
                      <a:pt x="45529" y="5371"/>
                    </a:lnTo>
                    <a:cubicBezTo>
                      <a:pt x="45529" y="7385"/>
                      <a:pt x="44632" y="8728"/>
                      <a:pt x="44183" y="10518"/>
                    </a:cubicBezTo>
                    <a:cubicBezTo>
                      <a:pt x="43735" y="12309"/>
                      <a:pt x="43286" y="13875"/>
                      <a:pt x="42838" y="15666"/>
                    </a:cubicBezTo>
                    <a:cubicBezTo>
                      <a:pt x="42389" y="17456"/>
                      <a:pt x="41940" y="19023"/>
                      <a:pt x="41492" y="20365"/>
                    </a:cubicBezTo>
                    <a:cubicBezTo>
                      <a:pt x="41043" y="21708"/>
                      <a:pt x="40595" y="22603"/>
                      <a:pt x="40146" y="23722"/>
                    </a:cubicBezTo>
                    <a:lnTo>
                      <a:pt x="30054" y="51026"/>
                    </a:lnTo>
                    <a:lnTo>
                      <a:pt x="23549" y="51026"/>
                    </a:lnTo>
                    <a:lnTo>
                      <a:pt x="13008" y="23722"/>
                    </a:lnTo>
                    <a:cubicBezTo>
                      <a:pt x="13008" y="22827"/>
                      <a:pt x="12111" y="21708"/>
                      <a:pt x="11663" y="20365"/>
                    </a:cubicBezTo>
                    <a:cubicBezTo>
                      <a:pt x="11214" y="19023"/>
                      <a:pt x="10765" y="17680"/>
                      <a:pt x="10317" y="15666"/>
                    </a:cubicBezTo>
                    <a:cubicBezTo>
                      <a:pt x="9868" y="13652"/>
                      <a:pt x="9420" y="12309"/>
                      <a:pt x="8971" y="10518"/>
                    </a:cubicBezTo>
                    <a:cubicBezTo>
                      <a:pt x="8523" y="8728"/>
                      <a:pt x="8074" y="6714"/>
                      <a:pt x="6953" y="5371"/>
                    </a:cubicBezTo>
                    <a:lnTo>
                      <a:pt x="7401" y="5371"/>
                    </a:lnTo>
                    <a:lnTo>
                      <a:pt x="7401" y="50578"/>
                    </a:lnTo>
                    <a:lnTo>
                      <a:pt x="0" y="50578"/>
                    </a:lnTo>
                    <a:lnTo>
                      <a:pt x="897" y="50578"/>
                    </a:lnTo>
                    <a:close/>
                  </a:path>
                </a:pathLst>
              </a:custGeom>
              <a:grpFill/>
              <a:ln w="224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9ED27D-F48E-F172-A939-3768458E45A8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9BBF092-266F-1EDA-8BFD-BF5F829A761A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3ABA349-E23D-5B4E-7736-25E6A7BD390A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44366273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>
            <a:extLst>
              <a:ext uri="{FF2B5EF4-FFF2-40B4-BE49-F238E27FC236}">
                <a16:creationId xmlns:a16="http://schemas.microsoft.com/office/drawing/2014/main" id="{AD224696-18FD-4802-5DCE-75B1926BD7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2078198"/>
            <a:ext cx="3474720" cy="500588"/>
          </a:xfrm>
          <a:prstGeom prst="rect">
            <a:avLst/>
          </a:prstGeom>
        </p:spPr>
        <p:txBody>
          <a:bodyPr lIns="0" tIns="0" bIns="0" anchor="b" anchorCtr="0">
            <a:noAutofit/>
          </a:bodyPr>
          <a:lstStyle>
            <a:lvl1pPr algn="l">
              <a:lnSpc>
                <a:spcPct val="85000"/>
              </a:lnSpc>
              <a:defRPr sz="36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Today’s meeting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BE2925B0-E16A-722F-7811-439D97F680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8600" y="2611462"/>
            <a:ext cx="3067730" cy="363596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96167051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gue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2" y="2132671"/>
            <a:ext cx="8077352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3FB43D-1ACE-8C36-38EE-E9EE94A5FC03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04C6BB5-DBFD-EEA4-12AC-42C2BA40069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69FDE5E-3D0B-5891-D3AC-DCEB2F2FCEFC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F019944-DBBB-74D8-295F-197EDDC8DB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70546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8434982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-one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31DCE-0DD0-72FB-6EAA-5518C003A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314" y="246888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FBD07490-B5F3-6F35-E08D-E641DC2D35A7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257175" y="1789270"/>
            <a:ext cx="1289304" cy="128930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B6E065-57B3-FBB1-D1CD-91B1FBF28D04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88A6A68-1AD5-80C4-74B3-B0C89CBE01C8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2BF8218-D55F-E0D3-DD9F-3A8ECA70D5E5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5F9F353-17FE-2E76-9ECB-EB8222FC4B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60973" y="2096086"/>
            <a:ext cx="3725961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98DA2F7-2A87-604C-C929-74B27B654A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60973" y="2415241"/>
            <a:ext cx="3725961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0008C5C4-A08F-12B6-4F55-D19A42F9C8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60973" y="2686838"/>
            <a:ext cx="3725961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solidFill>
                  <a:srgbClr val="0070C0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Add email</a:t>
            </a:r>
          </a:p>
        </p:txBody>
      </p:sp>
    </p:spTree>
    <p:extLst>
      <p:ext uri="{BB962C8B-B14F-4D97-AF65-F5344CB8AC3E}">
        <p14:creationId xmlns:p14="http://schemas.microsoft.com/office/powerpoint/2010/main" val="41647732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kaer-two-light-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9">
            <a:extLst>
              <a:ext uri="{FF2B5EF4-FFF2-40B4-BE49-F238E27FC236}">
                <a16:creationId xmlns:a16="http://schemas.microsoft.com/office/drawing/2014/main" id="{5B837482-908E-9F1C-2C71-703874031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55010" y="1790236"/>
            <a:ext cx="1289304" cy="128930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3" name="Picture Placeholder 29">
            <a:extLst>
              <a:ext uri="{FF2B5EF4-FFF2-40B4-BE49-F238E27FC236}">
                <a16:creationId xmlns:a16="http://schemas.microsoft.com/office/drawing/2014/main" id="{6BD45F1B-580C-4B45-0F2C-2C2C2E76DDB2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855639" y="1790236"/>
            <a:ext cx="1289304" cy="1289304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CD333B-B9BA-A63B-0C93-8D6B56183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029DE8-BE20-FA06-93B2-993554EBD015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69E3F3-7B5D-1D9A-DF5E-3E95E7E5B55B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9FA8723-9A42-36DA-1C54-A0180902EFCE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9CF959A1-231E-B7B3-22B8-F9FBEC17F5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60973" y="2096086"/>
            <a:ext cx="2811027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DC209A3-E0AB-20F0-B5B5-2879F3E20C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60973" y="2415241"/>
            <a:ext cx="2811027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8CE595AC-7F1D-BD4C-F1CC-25698C2723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60973" y="2686838"/>
            <a:ext cx="2811027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solidFill>
                  <a:srgbClr val="0070C0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Add email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9C015FD4-CC70-5324-334D-1138EFF96E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53341" y="2096086"/>
            <a:ext cx="2535650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6930DC6-9F2F-56E5-7F6F-DA5C2837CB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53341" y="2415241"/>
            <a:ext cx="2535650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3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A8AD5D4F-BEC6-3622-FCDF-DB967B4E93D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341" y="2686838"/>
            <a:ext cx="2535650" cy="3130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 b="0" i="0">
                <a:solidFill>
                  <a:srgbClr val="0070C0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Add email</a:t>
            </a:r>
          </a:p>
        </p:txBody>
      </p:sp>
    </p:spTree>
    <p:extLst>
      <p:ext uri="{BB962C8B-B14F-4D97-AF65-F5344CB8AC3E}">
        <p14:creationId xmlns:p14="http://schemas.microsoft.com/office/powerpoint/2010/main" val="42609098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photos-names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29">
            <a:extLst>
              <a:ext uri="{FF2B5EF4-FFF2-40B4-BE49-F238E27FC236}">
                <a16:creationId xmlns:a16="http://schemas.microsoft.com/office/drawing/2014/main" id="{16DACB32-0B63-8C8F-00A5-5F20EEED5C5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24154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2F8E37AF-FB95-2B88-92FD-0A4D852C017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78851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592273F7-AECC-78F4-C053-E6FF5D0EE03F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433549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20DA97E-80DB-00D4-5F54-050E95CA2B27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688246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8" name="Picture Placeholder 29">
            <a:extLst>
              <a:ext uri="{FF2B5EF4-FFF2-40B4-BE49-F238E27FC236}">
                <a16:creationId xmlns:a16="http://schemas.microsoft.com/office/drawing/2014/main" id="{809CEB1E-8EFD-AEAD-B64C-344853C6A4C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5942944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9" name="Picture Placeholder 29">
            <a:extLst>
              <a:ext uri="{FF2B5EF4-FFF2-40B4-BE49-F238E27FC236}">
                <a16:creationId xmlns:a16="http://schemas.microsoft.com/office/drawing/2014/main" id="{FF840F22-EF0A-A84B-95A5-F4106F8B7BB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7197640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40" name="Picture Placeholder 29">
            <a:extLst>
              <a:ext uri="{FF2B5EF4-FFF2-40B4-BE49-F238E27FC236}">
                <a16:creationId xmlns:a16="http://schemas.microsoft.com/office/drawing/2014/main" id="{DAA59AC9-70AF-B5E2-0EE8-EFCE51628323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924154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3" name="Picture Placeholder 29">
            <a:extLst>
              <a:ext uri="{FF2B5EF4-FFF2-40B4-BE49-F238E27FC236}">
                <a16:creationId xmlns:a16="http://schemas.microsoft.com/office/drawing/2014/main" id="{04A2D5C9-1687-E469-5140-16763B9849D8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2178851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4" name="Picture Placeholder 29">
            <a:extLst>
              <a:ext uri="{FF2B5EF4-FFF2-40B4-BE49-F238E27FC236}">
                <a16:creationId xmlns:a16="http://schemas.microsoft.com/office/drawing/2014/main" id="{87A04BCD-8599-1653-F73F-2675ABBA7FB1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3433549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5" name="Picture Placeholder 29">
            <a:extLst>
              <a:ext uri="{FF2B5EF4-FFF2-40B4-BE49-F238E27FC236}">
                <a16:creationId xmlns:a16="http://schemas.microsoft.com/office/drawing/2014/main" id="{C330DA1E-192E-CC6A-856F-70CE002CED6F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4688246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63" name="Picture Placeholder 29">
            <a:extLst>
              <a:ext uri="{FF2B5EF4-FFF2-40B4-BE49-F238E27FC236}">
                <a16:creationId xmlns:a16="http://schemas.microsoft.com/office/drawing/2014/main" id="{C1FEBCE4-7193-08BD-2F8B-31E379FC9E4B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5942944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64" name="Picture Placeholder 29">
            <a:extLst>
              <a:ext uri="{FF2B5EF4-FFF2-40B4-BE49-F238E27FC236}">
                <a16:creationId xmlns:a16="http://schemas.microsoft.com/office/drawing/2014/main" id="{08CA4029-B2C1-F256-F946-50AAFE071A13}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7197640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8D019D-B92C-2E0D-CCBB-0A3204D8F6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61288FA2-470B-EA35-5083-8619B599422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1230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03D4D02-0233-7A08-BC8A-66DE0EFF824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054267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81E6CA07-6818-BBEE-5C08-36D792040D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17304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C5E69BAD-BFA7-78B0-6024-AD6602BFEA4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80341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44B34612-70C9-0C77-8B1A-3489893F57F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843377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26EBAC9F-6D09-642B-AF02-A0998F2EC4E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084982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4ED46B8-837B-4076-957C-0D6E4F0E0D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89823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3BB6581A-619F-B673-8663-18717C19303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52859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049788FB-CB5C-9E86-8B99-4B2B692BB99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15896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E02A594-A97C-E644-D487-CB196609761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78933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6DFA8483-9A85-910C-94B9-96B3F09F97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41970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C11A8B5-8E85-50DB-F143-8DE68DB94CF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083574" y="1988555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</p:spTree>
    <p:extLst>
      <p:ext uri="{BB962C8B-B14F-4D97-AF65-F5344CB8AC3E}">
        <p14:creationId xmlns:p14="http://schemas.microsoft.com/office/powerpoint/2010/main" val="153261025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-photos-names-light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9">
            <a:extLst>
              <a:ext uri="{FF2B5EF4-FFF2-40B4-BE49-F238E27FC236}">
                <a16:creationId xmlns:a16="http://schemas.microsoft.com/office/drawing/2014/main" id="{2F8E37AF-FB95-2B88-92FD-0A4D852C017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2178851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8" name="Picture Placeholder 29">
            <a:extLst>
              <a:ext uri="{FF2B5EF4-FFF2-40B4-BE49-F238E27FC236}">
                <a16:creationId xmlns:a16="http://schemas.microsoft.com/office/drawing/2014/main" id="{592273F7-AECC-78F4-C053-E6FF5D0EE03F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433549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20DA97E-80DB-00D4-5F54-050E95CA2B27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4688246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38" name="Picture Placeholder 29">
            <a:extLst>
              <a:ext uri="{FF2B5EF4-FFF2-40B4-BE49-F238E27FC236}">
                <a16:creationId xmlns:a16="http://schemas.microsoft.com/office/drawing/2014/main" id="{809CEB1E-8EFD-AEAD-B64C-344853C6A4C1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5942944" y="89975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3" name="Picture Placeholder 29">
            <a:extLst>
              <a:ext uri="{FF2B5EF4-FFF2-40B4-BE49-F238E27FC236}">
                <a16:creationId xmlns:a16="http://schemas.microsoft.com/office/drawing/2014/main" id="{04A2D5C9-1687-E469-5140-16763B9849D8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2178851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4" name="Picture Placeholder 29">
            <a:extLst>
              <a:ext uri="{FF2B5EF4-FFF2-40B4-BE49-F238E27FC236}">
                <a16:creationId xmlns:a16="http://schemas.microsoft.com/office/drawing/2014/main" id="{87A04BCD-8599-1653-F73F-2675ABBA7FB1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3433549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55" name="Picture Placeholder 29">
            <a:extLst>
              <a:ext uri="{FF2B5EF4-FFF2-40B4-BE49-F238E27FC236}">
                <a16:creationId xmlns:a16="http://schemas.microsoft.com/office/drawing/2014/main" id="{C330DA1E-192E-CC6A-856F-70CE002CED6F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4688246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63" name="Picture Placeholder 29">
            <a:extLst>
              <a:ext uri="{FF2B5EF4-FFF2-40B4-BE49-F238E27FC236}">
                <a16:creationId xmlns:a16="http://schemas.microsoft.com/office/drawing/2014/main" id="{C1FEBCE4-7193-08BD-2F8B-31E379FC9E4B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5942944" y="2898171"/>
            <a:ext cx="1020149" cy="1020149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add photo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4BC9E04B-693A-B5C6-2691-CF76EA2932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643CF7-5E63-97AB-ACB3-D896C9C1A7E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57451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68F3CC3-0EA0-6B21-1990-FA2A3EA219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320488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CAE942D-19A8-4B3A-8B17-1B3DC9FFA9D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583525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17AAECBB-93C1-D9D4-56DB-8EE0453ABD2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25130" y="3992993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916616BE-27F3-2921-67D4-C1C8DA89DC2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056044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B4BB7EC4-0E7B-B564-4D79-A3A049FAFA7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19081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AF8D4C37-95BB-473A-6B77-B83AB8DF91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582117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825FA299-8002-D5E7-6868-F1773FA63C3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823722" y="1988474"/>
            <a:ext cx="1264445" cy="3438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75"/>
              </a:spcAft>
              <a:buNone/>
              <a:defRPr sz="1050" b="0" i="0">
                <a:solidFill>
                  <a:schemeClr val="tx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Name Title</a:t>
            </a:r>
          </a:p>
        </p:txBody>
      </p:sp>
    </p:spTree>
    <p:extLst>
      <p:ext uri="{BB962C8B-B14F-4D97-AF65-F5344CB8AC3E}">
        <p14:creationId xmlns:p14="http://schemas.microsoft.com/office/powerpoint/2010/main" val="54758024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sub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0083691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sub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E2C0-B372-AE3E-642E-D8D430C5E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6079F-CCAC-B7EA-E850-048982A893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276D4867-A018-7D5E-1752-3AE3D9BE44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462" y="1503194"/>
            <a:ext cx="7404017" cy="281625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2952910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yebrow-text-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</p:spTree>
    <p:extLst>
      <p:ext uri="{BB962C8B-B14F-4D97-AF65-F5344CB8AC3E}">
        <p14:creationId xmlns:p14="http://schemas.microsoft.com/office/powerpoint/2010/main" val="15069181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no-title-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504863"/>
      </p:ext>
    </p:extLst>
  </p:cSld>
  <p:clrMapOvr>
    <a:masterClrMapping/>
  </p:clrMapOvr>
  <p:hf sldNum="0" hdr="0" ftr="0" dt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duct-launch-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4344104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788670"/>
            <a:ext cx="4344104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433911-1BAD-5A85-68A3-752D990837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5787" y="1636460"/>
            <a:ext cx="1143705" cy="502694"/>
          </a:xfrm>
          <a:prstGeom prst="roundRect">
            <a:avLst/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 spc="-15" baseline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47DBCC8-8CD9-CA0B-997C-462A7FEC23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35787" y="2631085"/>
            <a:ext cx="1143705" cy="502694"/>
          </a:xfrm>
          <a:prstGeom prst="roundRect">
            <a:avLst/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DD6E3BA-611F-FB9C-26EB-91531E3D3F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5787" y="3625711"/>
            <a:ext cx="1143705" cy="502694"/>
          </a:xfrm>
          <a:prstGeom prst="roundRect">
            <a:avLst/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03B5DC2F-53FC-79F1-D736-3B24E5C889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684014" y="828718"/>
            <a:ext cx="980694" cy="502694"/>
          </a:xfrm>
          <a:prstGeom prst="roundRect">
            <a:avLst/>
          </a:prstGeom>
          <a:solidFill>
            <a:schemeClr val="accent1"/>
          </a:solidFill>
        </p:spPr>
        <p:txBody>
          <a:bodyPr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74C97A3-0765-D595-FE30-318B3F4644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84014" y="3702000"/>
            <a:ext cx="980694" cy="502694"/>
          </a:xfrm>
          <a:prstGeom prst="roundRect">
            <a:avLst/>
          </a:prstGeom>
          <a:solidFill>
            <a:schemeClr val="accent1"/>
          </a:solidFill>
        </p:spPr>
        <p:txBody>
          <a:bodyPr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CC1A0C-2104-8F0D-EBEE-878DC686EA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76114" y="4274272"/>
            <a:ext cx="1043561" cy="2499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 b="0" i="0" u="sng">
                <a:solidFill>
                  <a:srgbClr val="0070C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Doc link here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E557C10-5494-5BD8-B5BE-16D252FDEAD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19674" y="315398"/>
            <a:ext cx="3067151" cy="1529334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defRPr sz="90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Make first words bold and purple, then black.</a:t>
            </a:r>
          </a:p>
        </p:txBody>
      </p:sp>
    </p:spTree>
    <p:extLst>
      <p:ext uri="{BB962C8B-B14F-4D97-AF65-F5344CB8AC3E}">
        <p14:creationId xmlns:p14="http://schemas.microsoft.com/office/powerpoint/2010/main" val="120247614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ture-launch-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245A42A-73B5-6827-27AC-880D6270E2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5787" y="1636460"/>
            <a:ext cx="1143705" cy="329184"/>
          </a:xfrm>
          <a:prstGeom prst="roundRect">
            <a:avLst>
              <a:gd name="adj" fmla="val 19686"/>
            </a:avLst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 spc="-15" baseline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0630D2A-861D-A836-4D87-A2F97608DA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5787" y="2631086"/>
            <a:ext cx="1143705" cy="329184"/>
          </a:xfrm>
          <a:prstGeom prst="roundRect">
            <a:avLst>
              <a:gd name="adj" fmla="val 21196"/>
            </a:avLst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7411E72-BC28-2990-1945-4B080CBC04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5787" y="3625711"/>
            <a:ext cx="1143705" cy="329184"/>
          </a:xfrm>
          <a:prstGeom prst="roundRect">
            <a:avLst>
              <a:gd name="adj" fmla="val 19686"/>
            </a:avLst>
          </a:prstGeom>
          <a:solidFill>
            <a:schemeClr val="accent1"/>
          </a:solidFill>
        </p:spPr>
        <p:txBody>
          <a:bodyPr lIns="91440" tIns="0" rIns="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3429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6858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0287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1371600" indent="0">
              <a:buNone/>
              <a:defRPr sz="1050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32317706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ext-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03CF1330-9A94-B9C9-CE20-904196481AAE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B35D2902-7855-348C-5345-4709C8CB247D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E1C74D8-6F0F-DDA3-FA36-B1B256E8CF83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DB28115E-2473-B6FE-728B-AB889A6B4C9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1588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F2190BF-868B-A997-3A31-8A91310F03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8455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4AA7A6A-7317-3AC8-232E-54FF0B7D9D2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79213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1FE0265-CEA1-45F9-73DE-541DDC7EFE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D10C46-B69F-D0A0-CB5C-0596F5120D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B75C8E2-0B58-2F38-AA31-074D253516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417144" y="1514092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A4972A1-4024-D63E-5368-2E7331218B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84011" y="2579043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42">
            <a:extLst>
              <a:ext uri="{FF2B5EF4-FFF2-40B4-BE49-F238E27FC236}">
                <a16:creationId xmlns:a16="http://schemas.microsoft.com/office/drawing/2014/main" id="{3B95330E-E38A-B6A6-BADC-845F1624E6DF}"/>
              </a:ext>
            </a:extLst>
          </p:cNvPr>
          <p:cNvSpPr>
            <a:spLocks noGrp="1" noChangeAspect="1"/>
          </p:cNvSpPr>
          <p:nvPr>
            <p:ph type="body" sz="quarter" idx="41" hasCustomPrompt="1"/>
          </p:nvPr>
        </p:nvSpPr>
        <p:spPr>
          <a:xfrm>
            <a:off x="3574769" y="1743911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F402E0B-4A54-17AF-F4BA-D28E87D45A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12700" y="1512280"/>
            <a:ext cx="2297587" cy="2339621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82880" anchor="t" anchorCtr="0">
            <a:noAutofit/>
          </a:bodyPr>
          <a:lstStyle>
            <a:lvl1pPr marL="445770" indent="0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425" b="1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and add subhead here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BE63087-FEF7-8B04-C53F-C0613F6044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079567" y="2577231"/>
            <a:ext cx="1883345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125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4" name="Text Placeholder 42">
            <a:extLst>
              <a:ext uri="{FF2B5EF4-FFF2-40B4-BE49-F238E27FC236}">
                <a16:creationId xmlns:a16="http://schemas.microsoft.com/office/drawing/2014/main" id="{CDC221E1-64BF-FD78-A327-14E05347C211}"/>
              </a:ext>
            </a:extLst>
          </p:cNvPr>
          <p:cNvSpPr>
            <a:spLocks noGrp="1" noChangeAspect="1"/>
          </p:cNvSpPr>
          <p:nvPr>
            <p:ph type="body" sz="quarter" idx="44" hasCustomPrompt="1"/>
          </p:nvPr>
        </p:nvSpPr>
        <p:spPr>
          <a:xfrm>
            <a:off x="6070325" y="1742099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222262206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x-left-text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05E5E2D-B1BC-E11C-35F7-714B71ED5CF0}"/>
              </a:ext>
            </a:extLst>
          </p:cNvPr>
          <p:cNvGrpSpPr/>
          <p:nvPr/>
        </p:nvGrpSpPr>
        <p:grpSpPr>
          <a:xfrm>
            <a:off x="7162800" y="4242979"/>
            <a:ext cx="1883556" cy="1504491"/>
            <a:chOff x="8107686" y="3508443"/>
            <a:chExt cx="3957010" cy="316066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2DA50D7-D90B-4095-4C6E-DDA71812CED5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B5F18A3-9641-39F2-4BCA-A30FEE2C1D25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65DEF08E-3CC6-0C91-7E08-86016754719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35787" y="1428078"/>
            <a:ext cx="3286731" cy="2793335"/>
          </a:xfrm>
          <a:prstGeom prst="round2DiagRect">
            <a:avLst>
              <a:gd name="adj1" fmla="val 10508"/>
              <a:gd name="adj2" fmla="val 0"/>
            </a:avLst>
          </a:prstGeom>
          <a:solidFill>
            <a:schemeClr val="accent1"/>
          </a:solidFill>
        </p:spPr>
        <p:txBody>
          <a:bodyPr lIns="137160" tIns="155448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50" b="0" i="0">
                <a:solidFill>
                  <a:schemeClr val="accent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83531A-AA96-44AC-74CD-2BAAA14D5E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21282" y="1550174"/>
            <a:ext cx="4731434" cy="26743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add text and make key words bold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CD32E8F-E771-C016-590B-D5DCA7D4A6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2198" y="1660240"/>
            <a:ext cx="2884831" cy="44288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Headline here position as </a:t>
            </a:r>
            <a:br>
              <a:rPr lang="en-US"/>
            </a:br>
            <a:r>
              <a:rPr lang="en-US"/>
              <a:t>needed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281D718-3E42-E724-77DC-1D1E18DEAA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4426" y="2292270"/>
            <a:ext cx="2884830" cy="106495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CD5E344-5458-D40D-5625-684385091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AC28206-043C-AC78-DB70-85535CEC57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03401149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on-upcoming-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FB1AAE3-9329-B86B-0094-41EE783DC5BF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89C684A-D161-0634-BBFB-A4828092D2B1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2C149C2-0247-4402-A934-A478661D82EF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65DEF08E-3CC6-0C91-7E08-86016754719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3184" y="1372809"/>
            <a:ext cx="7366236" cy="2793335"/>
          </a:xfrm>
          <a:prstGeom prst="roundRect">
            <a:avLst>
              <a:gd name="adj" fmla="val 7119"/>
            </a:avLst>
          </a:prstGeom>
          <a:solidFill>
            <a:schemeClr val="accent1"/>
          </a:solidFill>
        </p:spPr>
        <p:txBody>
          <a:bodyPr lIns="137160" tIns="155448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50" b="0" i="0">
                <a:solidFill>
                  <a:schemeClr val="accent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CD32E8F-E771-C016-590B-D5DCA7D4A6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7344" y="1622140"/>
            <a:ext cx="6826142" cy="34953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rgbClr val="FF8B0B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Headline here position as needed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281D718-3E42-E724-77DC-1D1E18DEAA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59571" y="2206545"/>
            <a:ext cx="6824099" cy="1698705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CD5E344-5458-D40D-5625-684385091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AC28206-043C-AC78-DB70-85535CEC57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1915153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our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DAA253D-A64A-D012-57BE-BC0B067200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9518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1F702E3-6CCA-F848-5992-9912052B2C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5833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34E067E-7547-1093-4A9C-551BCB3638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47949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9">
            <a:extLst>
              <a:ext uri="{FF2B5EF4-FFF2-40B4-BE49-F238E27FC236}">
                <a16:creationId xmlns:a16="http://schemas.microsoft.com/office/drawing/2014/main" id="{9654D24A-7DC1-C0EA-03BE-E8C27EE62A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13187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1EEC6F3-EC9D-21F6-8774-9C9F4CFE2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56380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9">
            <a:extLst>
              <a:ext uri="{FF2B5EF4-FFF2-40B4-BE49-F238E27FC236}">
                <a16:creationId xmlns:a16="http://schemas.microsoft.com/office/drawing/2014/main" id="{A81D94AB-1BF9-22EC-A5D0-4BE1BED492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19971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8875671-8D1C-3316-DCEC-E4494B02583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864811" y="1359412"/>
            <a:ext cx="2023110" cy="2339621"/>
          </a:xfrm>
          <a:prstGeom prst="round2DiagRect">
            <a:avLst>
              <a:gd name="adj1" fmla="val 10476"/>
              <a:gd name="adj2" fmla="val 0"/>
            </a:avLst>
          </a:prstGeom>
          <a:solidFill>
            <a:schemeClr val="accent1"/>
          </a:solidFill>
        </p:spPr>
        <p:txBody>
          <a:bodyPr lIns="137160" tIns="1371600" rIns="13716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 typeface="Arial" panose="020B0604020202020204" pitchFamily="34" charset="0"/>
              <a:buNone/>
              <a:defRPr sz="1088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9">
            <a:extLst>
              <a:ext uri="{FF2B5EF4-FFF2-40B4-BE49-F238E27FC236}">
                <a16:creationId xmlns:a16="http://schemas.microsoft.com/office/drawing/2014/main" id="{3F4D3FA9-9EA5-B792-92FA-49F26C1436D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25873" y="1899527"/>
            <a:ext cx="1805676" cy="44234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5000"/>
              </a:lnSpc>
              <a:spcBef>
                <a:spcPts val="0"/>
              </a:spcBef>
              <a:buNone/>
              <a:defRPr sz="1238" b="1" i="0">
                <a:solidFill>
                  <a:srgbClr val="FF8B0B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1878CF-A405-4F4F-E675-DB5FA98C2F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95242" y="4010641"/>
            <a:ext cx="4955085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38" b="0" i="0">
                <a:solidFill>
                  <a:schemeClr val="tx1"/>
                </a:solidFill>
                <a:latin typeface="Segoe UI" panose="020B0502040204020203" pitchFamily="34" charset="0"/>
                <a:ea typeface="Frank Ruhl Libre Light" pitchFamily="2" charset="-79"/>
                <a:cs typeface="Segoe UI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69456-50FF-AA5D-86BB-F491AD26F8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414C491-30E6-DE6E-67B9-0E5B04F688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16381567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-prior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31F702E3-6CCA-F848-5992-9912052B2C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690" y="1092783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8696899-DC87-0B0F-A910-91272F2AB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96" y="246888"/>
            <a:ext cx="7241879" cy="424896"/>
          </a:xfrm>
          <a:prstGeom prst="rect">
            <a:avLst/>
          </a:prstGeom>
        </p:spPr>
        <p:txBody>
          <a:bodyPr lIns="0" t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0124567-CC60-278A-9A1C-91EFC7242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01878CF-A405-4F4F-E675-DB5FA98C2FF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98629" y="1092782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995E575C-CF52-EA7F-A717-19647DC896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8690" y="1817738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1D08D0B-0C8D-2AC1-84DE-DA976C4B96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298629" y="1817738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8" name="Text Placeholder 39">
            <a:extLst>
              <a:ext uri="{FF2B5EF4-FFF2-40B4-BE49-F238E27FC236}">
                <a16:creationId xmlns:a16="http://schemas.microsoft.com/office/drawing/2014/main" id="{82880CEF-0503-B6D8-640E-190AEA738E7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8690" y="2542694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5B4971E-20FB-2CD0-A54C-A807C3C065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98629" y="2542694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1" name="Text Placeholder 39">
            <a:extLst>
              <a:ext uri="{FF2B5EF4-FFF2-40B4-BE49-F238E27FC236}">
                <a16:creationId xmlns:a16="http://schemas.microsoft.com/office/drawing/2014/main" id="{8C29B0A7-3572-6A4A-72AD-0F42C836ED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8690" y="3267649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75DF90C0-BA2E-14B3-9699-0E9901995D1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8629" y="3267650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13" name="Text Placeholder 39">
            <a:extLst>
              <a:ext uri="{FF2B5EF4-FFF2-40B4-BE49-F238E27FC236}">
                <a16:creationId xmlns:a16="http://schemas.microsoft.com/office/drawing/2014/main" id="{4AEFD6A7-0ADA-8D96-A554-610D15DFDDD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8690" y="3992605"/>
            <a:ext cx="2292642" cy="626332"/>
          </a:xfrm>
          <a:prstGeom prst="roundRect">
            <a:avLst/>
          </a:prstGeom>
          <a:solidFill>
            <a:schemeClr val="accent1"/>
          </a:solidFill>
        </p:spPr>
        <p:txBody>
          <a:bodyPr lIns="274320" tIns="0" rIns="137160" b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13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0114FD4-3CDF-7B10-8C1C-3BC74F7F2CF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98629" y="3992605"/>
            <a:ext cx="5046755" cy="62633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ea typeface="Frank Ruhl Libre Light" pitchFamily="2" charset="-79"/>
                <a:cs typeface="Segoe UI Semilight" panose="020B04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20" name="Text Placeholder 42">
            <a:extLst>
              <a:ext uri="{FF2B5EF4-FFF2-40B4-BE49-F238E27FC236}">
                <a16:creationId xmlns:a16="http://schemas.microsoft.com/office/drawing/2014/main" id="{13CC90BD-C898-B1A6-98B1-A2FAFC84737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571392" y="1234498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1" name="Text Placeholder 42">
            <a:extLst>
              <a:ext uri="{FF2B5EF4-FFF2-40B4-BE49-F238E27FC236}">
                <a16:creationId xmlns:a16="http://schemas.microsoft.com/office/drawing/2014/main" id="{F866494C-9DAB-331F-B595-CC34FAB61057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71392" y="1959454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2" name="Text Placeholder 42">
            <a:extLst>
              <a:ext uri="{FF2B5EF4-FFF2-40B4-BE49-F238E27FC236}">
                <a16:creationId xmlns:a16="http://schemas.microsoft.com/office/drawing/2014/main" id="{CC675BFD-6FBF-56C0-FA01-FB9AB356D3C2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71392" y="2684410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DA32A2B2-95DB-7A8A-D3A9-3E93CAEA933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571392" y="3409366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AEEA947B-94B0-97CA-0257-9197FA1F283C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571392" y="4134320"/>
            <a:ext cx="342900" cy="342900"/>
          </a:xfrm>
          <a:prstGeom prst="ellipse">
            <a:avLst/>
          </a:prstGeom>
          <a:solidFill>
            <a:schemeClr val="accent2"/>
          </a:solidFill>
        </p:spPr>
        <p:txBody>
          <a:bodyPr lIns="18288" tIns="45720" rIns="0" bIns="0" anchor="ctr" anchorCtr="0"/>
          <a:lstStyle>
            <a:lvl1pPr marL="0" indent="0" algn="ctr">
              <a:buNone/>
              <a:defRPr sz="1575" b="1" i="0">
                <a:solidFill>
                  <a:schemeClr val="bg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pPr lvl="0"/>
            <a:r>
              <a:rPr lang="en-US"/>
              <a:t>X.</a:t>
            </a:r>
          </a:p>
        </p:txBody>
      </p:sp>
    </p:spTree>
    <p:extLst>
      <p:ext uri="{BB962C8B-B14F-4D97-AF65-F5344CB8AC3E}">
        <p14:creationId xmlns:p14="http://schemas.microsoft.com/office/powerpoint/2010/main" val="19159441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alf-and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4178AED-80E1-44D1-9BB8-E934DD0F3A57}"/>
              </a:ext>
            </a:extLst>
          </p:cNvPr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2F035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A952CE5-F478-C474-480E-AD1483A6DE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4083" y="1796040"/>
            <a:ext cx="3839766" cy="194770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Click to edit Master text make key words bold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93AAB4D3-F9FC-B17A-6DB4-315C9A2195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94685" y="1051323"/>
            <a:ext cx="3293269" cy="2928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buNone/>
              <a:defRPr sz="1575" b="0" i="0">
                <a:solidFill>
                  <a:schemeClr val="accent2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0" name="Text Placeholder 48">
            <a:extLst>
              <a:ext uri="{FF2B5EF4-FFF2-40B4-BE49-F238E27FC236}">
                <a16:creationId xmlns:a16="http://schemas.microsoft.com/office/drawing/2014/main" id="{6439C6A8-06DF-3C88-1E1C-9BA196D60C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94685" y="1796039"/>
            <a:ext cx="3293269" cy="229613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bg1"/>
                </a:solidFill>
                <a:latin typeface="Segoe UI Semilight" panose="020B0402040204020203" pitchFamily="34" charset="0"/>
                <a:ea typeface="Frank Ruhl Libre SemiBold" pitchFamily="2" charset="-79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5F1B4E3-0A25-303A-C184-5937E93097BA}"/>
              </a:ext>
            </a:extLst>
          </p:cNvPr>
          <p:cNvSpPr txBox="1">
            <a:spLocks/>
          </p:cNvSpPr>
          <p:nvPr/>
        </p:nvSpPr>
        <p:spPr>
          <a:xfrm>
            <a:off x="1118199" y="4798219"/>
            <a:ext cx="245198" cy="273844"/>
          </a:xfrm>
          <a:prstGeom prst="rect">
            <a:avLst/>
          </a:prstGeom>
        </p:spPr>
        <p:txBody>
          <a:bodyPr lIns="0" rIns="0"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033526-7EAE-0240-A355-398D6C24AC1D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egoe UI Semilight" panose="020B0402040204020203" pitchFamily="34" charset="0"/>
              <a:ea typeface="+mn-ea"/>
              <a:cs typeface="Segoe UI Semilight" panose="020B0402040204020203" pitchFamily="34" charset="0"/>
            </a:endParaRPr>
          </a:p>
        </p:txBody>
      </p:sp>
      <p:sp>
        <p:nvSpPr>
          <p:cNvPr id="11" name="Google Shape;24;p11">
            <a:extLst>
              <a:ext uri="{FF2B5EF4-FFF2-40B4-BE49-F238E27FC236}">
                <a16:creationId xmlns:a16="http://schemas.microsoft.com/office/drawing/2014/main" id="{76CE8BD1-70BD-2CF4-7B41-C3FDE4ADCF31}"/>
              </a:ext>
            </a:extLst>
          </p:cNvPr>
          <p:cNvSpPr txBox="1"/>
          <p:nvPr/>
        </p:nvSpPr>
        <p:spPr>
          <a:xfrm>
            <a:off x="1439875" y="4888975"/>
            <a:ext cx="2457944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933"/>
              <a:buFont typeface="Proxima Nova"/>
              <a:buNone/>
              <a:defRPr/>
            </a:pP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CF45B2-3B79-79CE-97BF-0F562E7D46E4}"/>
              </a:ext>
            </a:extLst>
          </p:cNvPr>
          <p:cNvGrpSpPr>
            <a:grpSpLocks noChangeAspect="1"/>
          </p:cNvGrpSpPr>
          <p:nvPr/>
        </p:nvGrpSpPr>
        <p:grpSpPr>
          <a:xfrm>
            <a:off x="229335" y="4877068"/>
            <a:ext cx="847753" cy="144018"/>
            <a:chOff x="552456" y="6831805"/>
            <a:chExt cx="1147961" cy="195018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023BB60C-7E0E-8BA3-EB80-095119791683}"/>
                </a:ext>
              </a:extLst>
            </p:cNvPr>
            <p:cNvSpPr/>
            <p:nvPr/>
          </p:nvSpPr>
          <p:spPr>
            <a:xfrm>
              <a:off x="1568333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4A43393C-C032-E6B9-AEBD-F31C85D51A5D}"/>
                </a:ext>
              </a:extLst>
            </p:cNvPr>
            <p:cNvSpPr/>
            <p:nvPr/>
          </p:nvSpPr>
          <p:spPr>
            <a:xfrm>
              <a:off x="1511198" y="6850923"/>
              <a:ext cx="42540" cy="103730"/>
            </a:xfrm>
            <a:custGeom>
              <a:avLst/>
              <a:gdLst>
                <a:gd name="connsiteX0" fmla="*/ 28964 w 42540"/>
                <a:gd name="connsiteY0" fmla="*/ 103731 h 103730"/>
                <a:gd name="connsiteX1" fmla="*/ 13237 w 42540"/>
                <a:gd name="connsiteY1" fmla="*/ 86311 h 103730"/>
                <a:gd name="connsiteX2" fmla="*/ 13237 w 42540"/>
                <a:gd name="connsiteY2" fmla="*/ 29411 h 103730"/>
                <a:gd name="connsiteX3" fmla="*/ 0 w 42540"/>
                <a:gd name="connsiteY3" fmla="*/ 29411 h 103730"/>
                <a:gd name="connsiteX4" fmla="*/ 0 w 42540"/>
                <a:gd name="connsiteY4" fmla="*/ 21832 h 103730"/>
                <a:gd name="connsiteX5" fmla="*/ 13237 w 42540"/>
                <a:gd name="connsiteY5" fmla="*/ 21832 h 103730"/>
                <a:gd name="connsiteX6" fmla="*/ 13237 w 42540"/>
                <a:gd name="connsiteY6" fmla="*/ 0 h 103730"/>
                <a:gd name="connsiteX7" fmla="*/ 22062 w 42540"/>
                <a:gd name="connsiteY7" fmla="*/ 0 h 103730"/>
                <a:gd name="connsiteX8" fmla="*/ 22062 w 42540"/>
                <a:gd name="connsiteY8" fmla="*/ 21832 h 103730"/>
                <a:gd name="connsiteX9" fmla="*/ 38241 w 42540"/>
                <a:gd name="connsiteY9" fmla="*/ 21832 h 103730"/>
                <a:gd name="connsiteX10" fmla="*/ 38241 w 42540"/>
                <a:gd name="connsiteY10" fmla="*/ 29411 h 103730"/>
                <a:gd name="connsiteX11" fmla="*/ 22062 w 42540"/>
                <a:gd name="connsiteY11" fmla="*/ 29411 h 103730"/>
                <a:gd name="connsiteX12" fmla="*/ 22062 w 42540"/>
                <a:gd name="connsiteY12" fmla="*/ 84953 h 103730"/>
                <a:gd name="connsiteX13" fmla="*/ 30321 w 42540"/>
                <a:gd name="connsiteY13" fmla="*/ 95926 h 103730"/>
                <a:gd name="connsiteX14" fmla="*/ 39259 w 42540"/>
                <a:gd name="connsiteY14" fmla="*/ 92080 h 103730"/>
                <a:gd name="connsiteX15" fmla="*/ 42540 w 42540"/>
                <a:gd name="connsiteY15" fmla="*/ 98641 h 103730"/>
                <a:gd name="connsiteX16" fmla="*/ 28964 w 42540"/>
                <a:gd name="connsiteY16" fmla="*/ 103618 h 103730"/>
                <a:gd name="connsiteX17" fmla="*/ 28964 w 42540"/>
                <a:gd name="connsiteY17" fmla="*/ 103618 h 10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540" h="103730">
                  <a:moveTo>
                    <a:pt x="28964" y="103731"/>
                  </a:moveTo>
                  <a:cubicBezTo>
                    <a:pt x="18329" y="103731"/>
                    <a:pt x="13237" y="97283"/>
                    <a:pt x="13237" y="86311"/>
                  </a:cubicBezTo>
                  <a:lnTo>
                    <a:pt x="13237" y="29411"/>
                  </a:lnTo>
                  <a:lnTo>
                    <a:pt x="0" y="29411"/>
                  </a:lnTo>
                  <a:lnTo>
                    <a:pt x="0" y="21832"/>
                  </a:lnTo>
                  <a:lnTo>
                    <a:pt x="13237" y="21832"/>
                  </a:lnTo>
                  <a:lnTo>
                    <a:pt x="13237" y="0"/>
                  </a:lnTo>
                  <a:lnTo>
                    <a:pt x="22062" y="0"/>
                  </a:lnTo>
                  <a:lnTo>
                    <a:pt x="22062" y="21832"/>
                  </a:lnTo>
                  <a:lnTo>
                    <a:pt x="38241" y="21832"/>
                  </a:lnTo>
                  <a:lnTo>
                    <a:pt x="38241" y="29411"/>
                  </a:lnTo>
                  <a:lnTo>
                    <a:pt x="22062" y="29411"/>
                  </a:lnTo>
                  <a:lnTo>
                    <a:pt x="22062" y="84953"/>
                  </a:lnTo>
                  <a:cubicBezTo>
                    <a:pt x="22062" y="91401"/>
                    <a:pt x="24664" y="95926"/>
                    <a:pt x="30321" y="95926"/>
                  </a:cubicBezTo>
                  <a:cubicBezTo>
                    <a:pt x="35978" y="95926"/>
                    <a:pt x="37449" y="94116"/>
                    <a:pt x="39259" y="92080"/>
                  </a:cubicBezTo>
                  <a:lnTo>
                    <a:pt x="42540" y="98641"/>
                  </a:lnTo>
                  <a:cubicBezTo>
                    <a:pt x="39372" y="101582"/>
                    <a:pt x="35639" y="103618"/>
                    <a:pt x="28964" y="103618"/>
                  </a:cubicBezTo>
                  <a:lnTo>
                    <a:pt x="28964" y="10361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7EECA53-98AC-560F-FF9C-20FCBD36ED08}"/>
                </a:ext>
              </a:extLst>
            </p:cNvPr>
            <p:cNvSpPr/>
            <p:nvPr/>
          </p:nvSpPr>
          <p:spPr>
            <a:xfrm>
              <a:off x="1487325" y="6842326"/>
              <a:ext cx="8598" cy="110405"/>
            </a:xfrm>
            <a:custGeom>
              <a:avLst/>
              <a:gdLst>
                <a:gd name="connsiteX0" fmla="*/ 0 w 8598"/>
                <a:gd name="connsiteY0" fmla="*/ 0 h 110405"/>
                <a:gd name="connsiteX1" fmla="*/ 8599 w 8598"/>
                <a:gd name="connsiteY1" fmla="*/ 0 h 110405"/>
                <a:gd name="connsiteX2" fmla="*/ 8599 w 8598"/>
                <a:gd name="connsiteY2" fmla="*/ 110405 h 110405"/>
                <a:gd name="connsiteX3" fmla="*/ 0 w 8598"/>
                <a:gd name="connsiteY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98" h="110405">
                  <a:moveTo>
                    <a:pt x="0" y="0"/>
                  </a:moveTo>
                  <a:lnTo>
                    <a:pt x="8599" y="0"/>
                  </a:lnTo>
                  <a:lnTo>
                    <a:pt x="8599" y="110405"/>
                  </a:lnTo>
                  <a:lnTo>
                    <a:pt x="0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66C1AA-BED3-8D58-CCB4-8086628FD001}"/>
                </a:ext>
              </a:extLst>
            </p:cNvPr>
            <p:cNvSpPr/>
            <p:nvPr/>
          </p:nvSpPr>
          <p:spPr>
            <a:xfrm>
              <a:off x="1396814" y="6871058"/>
              <a:ext cx="63697" cy="83708"/>
            </a:xfrm>
            <a:custGeom>
              <a:avLst/>
              <a:gdLst>
                <a:gd name="connsiteX0" fmla="*/ 30887 w 63697"/>
                <a:gd name="connsiteY0" fmla="*/ 76808 h 83708"/>
                <a:gd name="connsiteX1" fmla="*/ 55099 w 63697"/>
                <a:gd name="connsiteY1" fmla="*/ 65836 h 83708"/>
                <a:gd name="connsiteX2" fmla="*/ 55099 w 63697"/>
                <a:gd name="connsiteY2" fmla="*/ 48302 h 83708"/>
                <a:gd name="connsiteX3" fmla="*/ 30887 w 63697"/>
                <a:gd name="connsiteY3" fmla="*/ 37216 h 83708"/>
                <a:gd name="connsiteX4" fmla="*/ 9051 w 63697"/>
                <a:gd name="connsiteY4" fmla="*/ 57126 h 83708"/>
                <a:gd name="connsiteX5" fmla="*/ 30887 w 63697"/>
                <a:gd name="connsiteY5" fmla="*/ 76808 h 83708"/>
                <a:gd name="connsiteX6" fmla="*/ 30887 w 63697"/>
                <a:gd name="connsiteY6" fmla="*/ 76808 h 83708"/>
                <a:gd name="connsiteX7" fmla="*/ 63697 w 63697"/>
                <a:gd name="connsiteY7" fmla="*/ 81673 h 83708"/>
                <a:gd name="connsiteX8" fmla="*/ 55099 w 63697"/>
                <a:gd name="connsiteY8" fmla="*/ 81673 h 83708"/>
                <a:gd name="connsiteX9" fmla="*/ 55099 w 63697"/>
                <a:gd name="connsiteY9" fmla="*/ 72284 h 83708"/>
                <a:gd name="connsiteX10" fmla="*/ 27945 w 63697"/>
                <a:gd name="connsiteY10" fmla="*/ 83709 h 83708"/>
                <a:gd name="connsiteX11" fmla="*/ 0 w 63697"/>
                <a:gd name="connsiteY11" fmla="*/ 57126 h 83708"/>
                <a:gd name="connsiteX12" fmla="*/ 27945 w 63697"/>
                <a:gd name="connsiteY12" fmla="*/ 30656 h 83708"/>
                <a:gd name="connsiteX13" fmla="*/ 55099 w 63697"/>
                <a:gd name="connsiteY13" fmla="*/ 42081 h 83708"/>
                <a:gd name="connsiteX14" fmla="*/ 55099 w 63697"/>
                <a:gd name="connsiteY14" fmla="*/ 25904 h 83708"/>
                <a:gd name="connsiteX15" fmla="*/ 33715 w 63697"/>
                <a:gd name="connsiteY15" fmla="*/ 7579 h 83708"/>
                <a:gd name="connsiteX16" fmla="*/ 8599 w 63697"/>
                <a:gd name="connsiteY16" fmla="*/ 19344 h 83708"/>
                <a:gd name="connsiteX17" fmla="*/ 3847 w 63697"/>
                <a:gd name="connsiteY17" fmla="*/ 13348 h 83708"/>
                <a:gd name="connsiteX18" fmla="*/ 34621 w 63697"/>
                <a:gd name="connsiteY18" fmla="*/ 0 h 83708"/>
                <a:gd name="connsiteX19" fmla="*/ 63697 w 63697"/>
                <a:gd name="connsiteY19" fmla="*/ 25678 h 83708"/>
                <a:gd name="connsiteX20" fmla="*/ 63697 w 63697"/>
                <a:gd name="connsiteY20" fmla="*/ 81899 h 83708"/>
                <a:gd name="connsiteX21" fmla="*/ 63697 w 63697"/>
                <a:gd name="connsiteY21" fmla="*/ 81899 h 83708"/>
                <a:gd name="connsiteX22" fmla="*/ 63697 w 63697"/>
                <a:gd name="connsiteY22" fmla="*/ 81673 h 83708"/>
                <a:gd name="connsiteX23" fmla="*/ 63697 w 63697"/>
                <a:gd name="connsiteY23" fmla="*/ 81673 h 8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697" h="83708">
                  <a:moveTo>
                    <a:pt x="30887" y="76808"/>
                  </a:moveTo>
                  <a:cubicBezTo>
                    <a:pt x="40504" y="76808"/>
                    <a:pt x="49442" y="73189"/>
                    <a:pt x="55099" y="65836"/>
                  </a:cubicBezTo>
                  <a:lnTo>
                    <a:pt x="55099" y="48302"/>
                  </a:lnTo>
                  <a:cubicBezTo>
                    <a:pt x="49442" y="40836"/>
                    <a:pt x="40504" y="37216"/>
                    <a:pt x="30887" y="37216"/>
                  </a:cubicBezTo>
                  <a:cubicBezTo>
                    <a:pt x="21270" y="37216"/>
                    <a:pt x="9051" y="45700"/>
                    <a:pt x="9051" y="57126"/>
                  </a:cubicBezTo>
                  <a:cubicBezTo>
                    <a:pt x="9051" y="68551"/>
                    <a:pt x="17876" y="76808"/>
                    <a:pt x="30887" y="76808"/>
                  </a:cubicBezTo>
                  <a:lnTo>
                    <a:pt x="30887" y="76808"/>
                  </a:lnTo>
                  <a:close/>
                  <a:moveTo>
                    <a:pt x="63697" y="81673"/>
                  </a:moveTo>
                  <a:lnTo>
                    <a:pt x="55099" y="81673"/>
                  </a:lnTo>
                  <a:lnTo>
                    <a:pt x="55099" y="72284"/>
                  </a:lnTo>
                  <a:cubicBezTo>
                    <a:pt x="47971" y="80089"/>
                    <a:pt x="39033" y="83709"/>
                    <a:pt x="27945" y="83709"/>
                  </a:cubicBezTo>
                  <a:cubicBezTo>
                    <a:pt x="16858" y="83709"/>
                    <a:pt x="0" y="74320"/>
                    <a:pt x="0" y="57126"/>
                  </a:cubicBezTo>
                  <a:cubicBezTo>
                    <a:pt x="0" y="39931"/>
                    <a:pt x="14029" y="30656"/>
                    <a:pt x="27945" y="30656"/>
                  </a:cubicBezTo>
                  <a:cubicBezTo>
                    <a:pt x="41861" y="30656"/>
                    <a:pt x="48084" y="34275"/>
                    <a:pt x="55099" y="42081"/>
                  </a:cubicBezTo>
                  <a:lnTo>
                    <a:pt x="55099" y="25904"/>
                  </a:lnTo>
                  <a:cubicBezTo>
                    <a:pt x="55099" y="14027"/>
                    <a:pt x="45482" y="7579"/>
                    <a:pt x="33715" y="7579"/>
                  </a:cubicBezTo>
                  <a:cubicBezTo>
                    <a:pt x="21949" y="7579"/>
                    <a:pt x="15839" y="11086"/>
                    <a:pt x="8599" y="19344"/>
                  </a:cubicBezTo>
                  <a:lnTo>
                    <a:pt x="3847" y="13348"/>
                  </a:lnTo>
                  <a:cubicBezTo>
                    <a:pt x="12106" y="4412"/>
                    <a:pt x="21383" y="0"/>
                    <a:pt x="34621" y="0"/>
                  </a:cubicBezTo>
                  <a:cubicBezTo>
                    <a:pt x="47858" y="0"/>
                    <a:pt x="63697" y="7805"/>
                    <a:pt x="63697" y="25678"/>
                  </a:cubicBezTo>
                  <a:lnTo>
                    <a:pt x="63697" y="81899"/>
                  </a:lnTo>
                  <a:lnTo>
                    <a:pt x="63697" y="81899"/>
                  </a:lnTo>
                  <a:lnTo>
                    <a:pt x="63697" y="81673"/>
                  </a:lnTo>
                  <a:lnTo>
                    <a:pt x="63697" y="81673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D6A1524-B0E6-CF65-F357-011CC06231A1}"/>
                </a:ext>
              </a:extLst>
            </p:cNvPr>
            <p:cNvSpPr/>
            <p:nvPr/>
          </p:nvSpPr>
          <p:spPr>
            <a:xfrm>
              <a:off x="1302682" y="6870719"/>
              <a:ext cx="76029" cy="83935"/>
            </a:xfrm>
            <a:custGeom>
              <a:avLst/>
              <a:gdLst>
                <a:gd name="connsiteX0" fmla="*/ 67318 w 76029"/>
                <a:gd name="connsiteY0" fmla="*/ 37895 h 83935"/>
                <a:gd name="connsiteX1" fmla="*/ 38241 w 76029"/>
                <a:gd name="connsiteY1" fmla="*/ 7466 h 83935"/>
                <a:gd name="connsiteX2" fmla="*/ 9277 w 76029"/>
                <a:gd name="connsiteY2" fmla="*/ 37895 h 83935"/>
                <a:gd name="connsiteX3" fmla="*/ 67318 w 76029"/>
                <a:gd name="connsiteY3" fmla="*/ 37895 h 83935"/>
                <a:gd name="connsiteX4" fmla="*/ 39938 w 76029"/>
                <a:gd name="connsiteY4" fmla="*/ 83935 h 83935"/>
                <a:gd name="connsiteX5" fmla="*/ 0 w 76029"/>
                <a:gd name="connsiteY5" fmla="*/ 41854 h 83935"/>
                <a:gd name="connsiteX6" fmla="*/ 38354 w 76029"/>
                <a:gd name="connsiteY6" fmla="*/ 0 h 83935"/>
                <a:gd name="connsiteX7" fmla="*/ 76030 w 76029"/>
                <a:gd name="connsiteY7" fmla="*/ 42307 h 83935"/>
                <a:gd name="connsiteX8" fmla="*/ 76030 w 76029"/>
                <a:gd name="connsiteY8" fmla="*/ 44569 h 83935"/>
                <a:gd name="connsiteX9" fmla="*/ 9164 w 76029"/>
                <a:gd name="connsiteY9" fmla="*/ 44569 h 83935"/>
                <a:gd name="connsiteX10" fmla="*/ 40391 w 76029"/>
                <a:gd name="connsiteY10" fmla="*/ 76356 h 83935"/>
                <a:gd name="connsiteX11" fmla="*/ 66526 w 76029"/>
                <a:gd name="connsiteY11" fmla="*/ 65270 h 83935"/>
                <a:gd name="connsiteX12" fmla="*/ 70938 w 76029"/>
                <a:gd name="connsiteY12" fmla="*/ 70926 h 83935"/>
                <a:gd name="connsiteX13" fmla="*/ 39712 w 76029"/>
                <a:gd name="connsiteY13" fmla="*/ 83822 h 83935"/>
                <a:gd name="connsiteX14" fmla="*/ 39938 w 76029"/>
                <a:gd name="connsiteY14" fmla="*/ 83822 h 83935"/>
                <a:gd name="connsiteX15" fmla="*/ 39938 w 76029"/>
                <a:gd name="connsiteY15" fmla="*/ 83822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029" h="83935">
                  <a:moveTo>
                    <a:pt x="67318" y="37895"/>
                  </a:moveTo>
                  <a:cubicBezTo>
                    <a:pt x="67318" y="24321"/>
                    <a:pt x="58267" y="7466"/>
                    <a:pt x="38241" y="7466"/>
                  </a:cubicBezTo>
                  <a:cubicBezTo>
                    <a:pt x="18215" y="7466"/>
                    <a:pt x="9956" y="23981"/>
                    <a:pt x="9277" y="37895"/>
                  </a:cubicBezTo>
                  <a:lnTo>
                    <a:pt x="67318" y="37895"/>
                  </a:lnTo>
                  <a:close/>
                  <a:moveTo>
                    <a:pt x="39938" y="83935"/>
                  </a:moveTo>
                  <a:cubicBezTo>
                    <a:pt x="16631" y="83935"/>
                    <a:pt x="0" y="66515"/>
                    <a:pt x="0" y="41854"/>
                  </a:cubicBezTo>
                  <a:cubicBezTo>
                    <a:pt x="0" y="17194"/>
                    <a:pt x="16179" y="0"/>
                    <a:pt x="38354" y="0"/>
                  </a:cubicBezTo>
                  <a:cubicBezTo>
                    <a:pt x="60530" y="0"/>
                    <a:pt x="76030" y="19230"/>
                    <a:pt x="76030" y="42307"/>
                  </a:cubicBezTo>
                  <a:lnTo>
                    <a:pt x="76030" y="44569"/>
                  </a:lnTo>
                  <a:lnTo>
                    <a:pt x="9164" y="44569"/>
                  </a:lnTo>
                  <a:cubicBezTo>
                    <a:pt x="9956" y="61990"/>
                    <a:pt x="21610" y="76356"/>
                    <a:pt x="40391" y="76356"/>
                  </a:cubicBezTo>
                  <a:cubicBezTo>
                    <a:pt x="59172" y="76356"/>
                    <a:pt x="59738" y="72510"/>
                    <a:pt x="66526" y="65270"/>
                  </a:cubicBezTo>
                  <a:lnTo>
                    <a:pt x="70938" y="70926"/>
                  </a:lnTo>
                  <a:cubicBezTo>
                    <a:pt x="63019" y="79184"/>
                    <a:pt x="52949" y="83822"/>
                    <a:pt x="39712" y="83822"/>
                  </a:cubicBezTo>
                  <a:lnTo>
                    <a:pt x="39938" y="83822"/>
                  </a:lnTo>
                  <a:lnTo>
                    <a:pt x="39938" y="8382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4EBF057A-88E5-715F-8321-936ECE93287B}"/>
                </a:ext>
              </a:extLst>
            </p:cNvPr>
            <p:cNvSpPr/>
            <p:nvPr/>
          </p:nvSpPr>
          <p:spPr>
            <a:xfrm>
              <a:off x="1217828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6B880568-6D75-3510-1C99-329475CD3200}"/>
                </a:ext>
              </a:extLst>
            </p:cNvPr>
            <p:cNvSpPr/>
            <p:nvPr/>
          </p:nvSpPr>
          <p:spPr>
            <a:xfrm>
              <a:off x="1144400" y="6870719"/>
              <a:ext cx="43445" cy="82011"/>
            </a:xfrm>
            <a:custGeom>
              <a:avLst/>
              <a:gdLst>
                <a:gd name="connsiteX0" fmla="*/ 17423 w 43445"/>
                <a:gd name="connsiteY0" fmla="*/ 82012 h 82011"/>
                <a:gd name="connsiteX1" fmla="*/ 0 w 43445"/>
                <a:gd name="connsiteY1" fmla="*/ 82012 h 82011"/>
                <a:gd name="connsiteX2" fmla="*/ 0 w 43445"/>
                <a:gd name="connsiteY2" fmla="*/ 2036 h 82011"/>
                <a:gd name="connsiteX3" fmla="*/ 17423 w 43445"/>
                <a:gd name="connsiteY3" fmla="*/ 2036 h 82011"/>
                <a:gd name="connsiteX4" fmla="*/ 17423 w 43445"/>
                <a:gd name="connsiteY4" fmla="*/ 13574 h 82011"/>
                <a:gd name="connsiteX5" fmla="*/ 43446 w 43445"/>
                <a:gd name="connsiteY5" fmla="*/ 0 h 82011"/>
                <a:gd name="connsiteX6" fmla="*/ 43446 w 43445"/>
                <a:gd name="connsiteY6" fmla="*/ 17194 h 82011"/>
                <a:gd name="connsiteX7" fmla="*/ 38128 w 43445"/>
                <a:gd name="connsiteY7" fmla="*/ 16742 h 82011"/>
                <a:gd name="connsiteX8" fmla="*/ 17423 w 43445"/>
                <a:gd name="connsiteY8" fmla="*/ 27488 h 82011"/>
                <a:gd name="connsiteX9" fmla="*/ 17423 w 43445"/>
                <a:gd name="connsiteY9" fmla="*/ 81899 h 82011"/>
                <a:gd name="connsiteX10" fmla="*/ 17423 w 43445"/>
                <a:gd name="connsiteY10" fmla="*/ 81899 h 8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45" h="82011">
                  <a:moveTo>
                    <a:pt x="17423" y="82012"/>
                  </a:moveTo>
                  <a:lnTo>
                    <a:pt x="0" y="82012"/>
                  </a:lnTo>
                  <a:lnTo>
                    <a:pt x="0" y="2036"/>
                  </a:lnTo>
                  <a:lnTo>
                    <a:pt x="17423" y="2036"/>
                  </a:lnTo>
                  <a:lnTo>
                    <a:pt x="17423" y="13574"/>
                  </a:lnTo>
                  <a:cubicBezTo>
                    <a:pt x="23533" y="5995"/>
                    <a:pt x="33150" y="0"/>
                    <a:pt x="43446" y="0"/>
                  </a:cubicBezTo>
                  <a:lnTo>
                    <a:pt x="43446" y="17194"/>
                  </a:lnTo>
                  <a:cubicBezTo>
                    <a:pt x="41975" y="16855"/>
                    <a:pt x="40278" y="16742"/>
                    <a:pt x="38128" y="16742"/>
                  </a:cubicBezTo>
                  <a:cubicBezTo>
                    <a:pt x="30661" y="16742"/>
                    <a:pt x="20931" y="21719"/>
                    <a:pt x="17423" y="27488"/>
                  </a:cubicBezTo>
                  <a:lnTo>
                    <a:pt x="17423" y="81899"/>
                  </a:lnTo>
                  <a:lnTo>
                    <a:pt x="17423" y="81899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358EE32-37DD-17C5-4DC1-0589A6C91CE5}"/>
                </a:ext>
              </a:extLst>
            </p:cNvPr>
            <p:cNvSpPr/>
            <p:nvPr/>
          </p:nvSpPr>
          <p:spPr>
            <a:xfrm>
              <a:off x="1047553" y="6870719"/>
              <a:ext cx="79763" cy="83935"/>
            </a:xfrm>
            <a:custGeom>
              <a:avLst/>
              <a:gdLst>
                <a:gd name="connsiteX0" fmla="*/ 63019 w 79763"/>
                <a:gd name="connsiteY0" fmla="*/ 35293 h 83935"/>
                <a:gd name="connsiteX1" fmla="*/ 40391 w 79763"/>
                <a:gd name="connsiteY1" fmla="*/ 14253 h 83935"/>
                <a:gd name="connsiteX2" fmla="*/ 18102 w 79763"/>
                <a:gd name="connsiteY2" fmla="*/ 35293 h 83935"/>
                <a:gd name="connsiteX3" fmla="*/ 63132 w 79763"/>
                <a:gd name="connsiteY3" fmla="*/ 35293 h 83935"/>
                <a:gd name="connsiteX4" fmla="*/ 63132 w 79763"/>
                <a:gd name="connsiteY4" fmla="*/ 35293 h 83935"/>
                <a:gd name="connsiteX5" fmla="*/ 41862 w 79763"/>
                <a:gd name="connsiteY5" fmla="*/ 83935 h 83935"/>
                <a:gd name="connsiteX6" fmla="*/ 0 w 79763"/>
                <a:gd name="connsiteY6" fmla="*/ 41854 h 83935"/>
                <a:gd name="connsiteX7" fmla="*/ 40504 w 79763"/>
                <a:gd name="connsiteY7" fmla="*/ 0 h 83935"/>
                <a:gd name="connsiteX8" fmla="*/ 79763 w 79763"/>
                <a:gd name="connsiteY8" fmla="*/ 43325 h 83935"/>
                <a:gd name="connsiteX9" fmla="*/ 79763 w 79763"/>
                <a:gd name="connsiteY9" fmla="*/ 47624 h 83935"/>
                <a:gd name="connsiteX10" fmla="*/ 18215 w 79763"/>
                <a:gd name="connsiteY10" fmla="*/ 47624 h 83935"/>
                <a:gd name="connsiteX11" fmla="*/ 43559 w 79763"/>
                <a:gd name="connsiteY11" fmla="*/ 69682 h 83935"/>
                <a:gd name="connsiteX12" fmla="*/ 66413 w 79763"/>
                <a:gd name="connsiteY12" fmla="*/ 60745 h 83935"/>
                <a:gd name="connsiteX13" fmla="*/ 74333 w 79763"/>
                <a:gd name="connsiteY13" fmla="*/ 72171 h 83935"/>
                <a:gd name="connsiteX14" fmla="*/ 41862 w 79763"/>
                <a:gd name="connsiteY14" fmla="*/ 83935 h 83935"/>
                <a:gd name="connsiteX15" fmla="*/ 41862 w 79763"/>
                <a:gd name="connsiteY15" fmla="*/ 83935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9763" h="83935">
                  <a:moveTo>
                    <a:pt x="63019" y="35293"/>
                  </a:moveTo>
                  <a:cubicBezTo>
                    <a:pt x="62566" y="25904"/>
                    <a:pt x="56117" y="14253"/>
                    <a:pt x="40391" y="14253"/>
                  </a:cubicBezTo>
                  <a:cubicBezTo>
                    <a:pt x="24664" y="14253"/>
                    <a:pt x="18668" y="25678"/>
                    <a:pt x="18102" y="35293"/>
                  </a:cubicBezTo>
                  <a:lnTo>
                    <a:pt x="63132" y="35293"/>
                  </a:lnTo>
                  <a:lnTo>
                    <a:pt x="63132" y="35293"/>
                  </a:lnTo>
                  <a:close/>
                  <a:moveTo>
                    <a:pt x="41862" y="83935"/>
                  </a:moveTo>
                  <a:cubicBezTo>
                    <a:pt x="17650" y="83935"/>
                    <a:pt x="0" y="67193"/>
                    <a:pt x="0" y="41854"/>
                  </a:cubicBezTo>
                  <a:cubicBezTo>
                    <a:pt x="0" y="16516"/>
                    <a:pt x="16858" y="0"/>
                    <a:pt x="40504" y="0"/>
                  </a:cubicBezTo>
                  <a:cubicBezTo>
                    <a:pt x="64150" y="0"/>
                    <a:pt x="79763" y="18212"/>
                    <a:pt x="79763" y="43325"/>
                  </a:cubicBezTo>
                  <a:lnTo>
                    <a:pt x="79763" y="47624"/>
                  </a:lnTo>
                  <a:lnTo>
                    <a:pt x="18215" y="47624"/>
                  </a:lnTo>
                  <a:cubicBezTo>
                    <a:pt x="19573" y="59501"/>
                    <a:pt x="28511" y="69682"/>
                    <a:pt x="43559" y="69682"/>
                  </a:cubicBezTo>
                  <a:cubicBezTo>
                    <a:pt x="58606" y="69682"/>
                    <a:pt x="60643" y="66515"/>
                    <a:pt x="66413" y="60745"/>
                  </a:cubicBezTo>
                  <a:lnTo>
                    <a:pt x="74333" y="72171"/>
                  </a:lnTo>
                  <a:cubicBezTo>
                    <a:pt x="66186" y="79750"/>
                    <a:pt x="54420" y="83935"/>
                    <a:pt x="41862" y="83935"/>
                  </a:cubicBezTo>
                  <a:lnTo>
                    <a:pt x="41862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D164758C-BF1D-F16F-754D-A3DC9EB89C6E}"/>
                </a:ext>
              </a:extLst>
            </p:cNvPr>
            <p:cNvSpPr/>
            <p:nvPr/>
          </p:nvSpPr>
          <p:spPr>
            <a:xfrm>
              <a:off x="951385" y="6870945"/>
              <a:ext cx="78518" cy="114364"/>
            </a:xfrm>
            <a:custGeom>
              <a:avLst/>
              <a:gdLst>
                <a:gd name="connsiteX0" fmla="*/ 40504 w 78518"/>
                <a:gd name="connsiteY0" fmla="*/ 66401 h 114364"/>
                <a:gd name="connsiteX1" fmla="*/ 60982 w 78518"/>
                <a:gd name="connsiteY1" fmla="*/ 55768 h 114364"/>
                <a:gd name="connsiteX2" fmla="*/ 60982 w 78518"/>
                <a:gd name="connsiteY2" fmla="*/ 25791 h 114364"/>
                <a:gd name="connsiteX3" fmla="*/ 40504 w 78518"/>
                <a:gd name="connsiteY3" fmla="*/ 15158 h 114364"/>
                <a:gd name="connsiteX4" fmla="*/ 17876 w 78518"/>
                <a:gd name="connsiteY4" fmla="*/ 40836 h 114364"/>
                <a:gd name="connsiteX5" fmla="*/ 40504 w 78518"/>
                <a:gd name="connsiteY5" fmla="*/ 66288 h 114364"/>
                <a:gd name="connsiteX6" fmla="*/ 40504 w 78518"/>
                <a:gd name="connsiteY6" fmla="*/ 66288 h 114364"/>
                <a:gd name="connsiteX7" fmla="*/ 37449 w 78518"/>
                <a:gd name="connsiteY7" fmla="*/ 114138 h 114364"/>
                <a:gd name="connsiteX8" fmla="*/ 3847 w 78518"/>
                <a:gd name="connsiteY8" fmla="*/ 102260 h 114364"/>
                <a:gd name="connsiteX9" fmla="*/ 11993 w 78518"/>
                <a:gd name="connsiteY9" fmla="*/ 89704 h 114364"/>
                <a:gd name="connsiteX10" fmla="*/ 37449 w 78518"/>
                <a:gd name="connsiteY10" fmla="*/ 99998 h 114364"/>
                <a:gd name="connsiteX11" fmla="*/ 61095 w 78518"/>
                <a:gd name="connsiteY11" fmla="*/ 77713 h 114364"/>
                <a:gd name="connsiteX12" fmla="*/ 61095 w 78518"/>
                <a:gd name="connsiteY12" fmla="*/ 68664 h 114364"/>
                <a:gd name="connsiteX13" fmla="*/ 35413 w 78518"/>
                <a:gd name="connsiteY13" fmla="*/ 82125 h 114364"/>
                <a:gd name="connsiteX14" fmla="*/ 0 w 78518"/>
                <a:gd name="connsiteY14" fmla="*/ 41063 h 114364"/>
                <a:gd name="connsiteX15" fmla="*/ 35413 w 78518"/>
                <a:gd name="connsiteY15" fmla="*/ 0 h 114364"/>
                <a:gd name="connsiteX16" fmla="*/ 61095 w 78518"/>
                <a:gd name="connsiteY16" fmla="*/ 13122 h 114364"/>
                <a:gd name="connsiteX17" fmla="*/ 61095 w 78518"/>
                <a:gd name="connsiteY17" fmla="*/ 2036 h 114364"/>
                <a:gd name="connsiteX18" fmla="*/ 78519 w 78518"/>
                <a:gd name="connsiteY18" fmla="*/ 2036 h 114364"/>
                <a:gd name="connsiteX19" fmla="*/ 78519 w 78518"/>
                <a:gd name="connsiteY19" fmla="*/ 77827 h 114364"/>
                <a:gd name="connsiteX20" fmla="*/ 37449 w 78518"/>
                <a:gd name="connsiteY20" fmla="*/ 114364 h 114364"/>
                <a:gd name="connsiteX21" fmla="*/ 37449 w 78518"/>
                <a:gd name="connsiteY21" fmla="*/ 114364 h 114364"/>
                <a:gd name="connsiteX22" fmla="*/ 37449 w 78518"/>
                <a:gd name="connsiteY22" fmla="*/ 114138 h 114364"/>
                <a:gd name="connsiteX23" fmla="*/ 37449 w 78518"/>
                <a:gd name="connsiteY23" fmla="*/ 114138 h 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8518" h="114364">
                  <a:moveTo>
                    <a:pt x="40504" y="66401"/>
                  </a:moveTo>
                  <a:cubicBezTo>
                    <a:pt x="48650" y="66401"/>
                    <a:pt x="57022" y="61650"/>
                    <a:pt x="60982" y="55768"/>
                  </a:cubicBezTo>
                  <a:lnTo>
                    <a:pt x="60982" y="25791"/>
                  </a:lnTo>
                  <a:cubicBezTo>
                    <a:pt x="57022" y="20022"/>
                    <a:pt x="48537" y="15158"/>
                    <a:pt x="40504" y="15158"/>
                  </a:cubicBezTo>
                  <a:cubicBezTo>
                    <a:pt x="26588" y="15158"/>
                    <a:pt x="17876" y="25452"/>
                    <a:pt x="17876" y="40836"/>
                  </a:cubicBezTo>
                  <a:cubicBezTo>
                    <a:pt x="17876" y="56221"/>
                    <a:pt x="26701" y="66288"/>
                    <a:pt x="40504" y="66288"/>
                  </a:cubicBezTo>
                  <a:lnTo>
                    <a:pt x="40504" y="66288"/>
                  </a:lnTo>
                  <a:close/>
                  <a:moveTo>
                    <a:pt x="37449" y="114138"/>
                  </a:moveTo>
                  <a:cubicBezTo>
                    <a:pt x="23872" y="114138"/>
                    <a:pt x="13803" y="111197"/>
                    <a:pt x="3847" y="102260"/>
                  </a:cubicBezTo>
                  <a:lnTo>
                    <a:pt x="11993" y="89704"/>
                  </a:lnTo>
                  <a:cubicBezTo>
                    <a:pt x="18668" y="97170"/>
                    <a:pt x="26927" y="99998"/>
                    <a:pt x="37449" y="99998"/>
                  </a:cubicBezTo>
                  <a:cubicBezTo>
                    <a:pt x="47971" y="99998"/>
                    <a:pt x="61095" y="94681"/>
                    <a:pt x="61095" y="77713"/>
                  </a:cubicBezTo>
                  <a:lnTo>
                    <a:pt x="61095" y="68664"/>
                  </a:lnTo>
                  <a:cubicBezTo>
                    <a:pt x="54986" y="76808"/>
                    <a:pt x="45821" y="82125"/>
                    <a:pt x="35413" y="82125"/>
                  </a:cubicBezTo>
                  <a:cubicBezTo>
                    <a:pt x="15048" y="82125"/>
                    <a:pt x="0" y="67419"/>
                    <a:pt x="0" y="41063"/>
                  </a:cubicBezTo>
                  <a:cubicBezTo>
                    <a:pt x="0" y="14706"/>
                    <a:pt x="14708" y="0"/>
                    <a:pt x="35413" y="0"/>
                  </a:cubicBezTo>
                  <a:cubicBezTo>
                    <a:pt x="56117" y="0"/>
                    <a:pt x="54646" y="4412"/>
                    <a:pt x="61095" y="13122"/>
                  </a:cubicBezTo>
                  <a:lnTo>
                    <a:pt x="61095" y="2036"/>
                  </a:lnTo>
                  <a:lnTo>
                    <a:pt x="78519" y="2036"/>
                  </a:lnTo>
                  <a:lnTo>
                    <a:pt x="78519" y="77827"/>
                  </a:lnTo>
                  <a:cubicBezTo>
                    <a:pt x="78519" y="106672"/>
                    <a:pt x="57022" y="114364"/>
                    <a:pt x="37449" y="114364"/>
                  </a:cubicBezTo>
                  <a:lnTo>
                    <a:pt x="37449" y="114364"/>
                  </a:lnTo>
                  <a:lnTo>
                    <a:pt x="37449" y="114138"/>
                  </a:lnTo>
                  <a:lnTo>
                    <a:pt x="37449" y="11413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34041F1E-9721-956D-4B32-EBBD6266F8A0}"/>
                </a:ext>
              </a:extLst>
            </p:cNvPr>
            <p:cNvSpPr/>
            <p:nvPr/>
          </p:nvSpPr>
          <p:spPr>
            <a:xfrm>
              <a:off x="862570" y="6870832"/>
              <a:ext cx="71164" cy="83821"/>
            </a:xfrm>
            <a:custGeom>
              <a:avLst/>
              <a:gdLst>
                <a:gd name="connsiteX0" fmla="*/ 34621 w 71164"/>
                <a:gd name="connsiteY0" fmla="*/ 71944 h 83821"/>
                <a:gd name="connsiteX1" fmla="*/ 53628 w 71164"/>
                <a:gd name="connsiteY1" fmla="*/ 63687 h 83821"/>
                <a:gd name="connsiteX2" fmla="*/ 53628 w 71164"/>
                <a:gd name="connsiteY2" fmla="*/ 51470 h 83821"/>
                <a:gd name="connsiteX3" fmla="*/ 34621 w 71164"/>
                <a:gd name="connsiteY3" fmla="*/ 43212 h 83821"/>
                <a:gd name="connsiteX4" fmla="*/ 17423 w 71164"/>
                <a:gd name="connsiteY4" fmla="*/ 57578 h 83821"/>
                <a:gd name="connsiteX5" fmla="*/ 34621 w 71164"/>
                <a:gd name="connsiteY5" fmla="*/ 71944 h 83821"/>
                <a:gd name="connsiteX6" fmla="*/ 34621 w 71164"/>
                <a:gd name="connsiteY6" fmla="*/ 71944 h 83821"/>
                <a:gd name="connsiteX7" fmla="*/ 71051 w 71164"/>
                <a:gd name="connsiteY7" fmla="*/ 81899 h 83821"/>
                <a:gd name="connsiteX8" fmla="*/ 53628 w 71164"/>
                <a:gd name="connsiteY8" fmla="*/ 81899 h 83821"/>
                <a:gd name="connsiteX9" fmla="*/ 53628 w 71164"/>
                <a:gd name="connsiteY9" fmla="*/ 73075 h 83821"/>
                <a:gd name="connsiteX10" fmla="*/ 27606 w 71164"/>
                <a:gd name="connsiteY10" fmla="*/ 83822 h 83821"/>
                <a:gd name="connsiteX11" fmla="*/ 0 w 71164"/>
                <a:gd name="connsiteY11" fmla="*/ 57352 h 83821"/>
                <a:gd name="connsiteX12" fmla="*/ 27606 w 71164"/>
                <a:gd name="connsiteY12" fmla="*/ 31221 h 83821"/>
                <a:gd name="connsiteX13" fmla="*/ 53628 w 71164"/>
                <a:gd name="connsiteY13" fmla="*/ 41515 h 83821"/>
                <a:gd name="connsiteX14" fmla="*/ 53628 w 71164"/>
                <a:gd name="connsiteY14" fmla="*/ 29637 h 83821"/>
                <a:gd name="connsiteX15" fmla="*/ 34960 w 71164"/>
                <a:gd name="connsiteY15" fmla="*/ 14706 h 83821"/>
                <a:gd name="connsiteX16" fmla="*/ 11314 w 71164"/>
                <a:gd name="connsiteY16" fmla="*/ 25000 h 83821"/>
                <a:gd name="connsiteX17" fmla="*/ 4073 w 71164"/>
                <a:gd name="connsiteY17" fmla="*/ 12896 h 83821"/>
                <a:gd name="connsiteX18" fmla="*/ 37675 w 71164"/>
                <a:gd name="connsiteY18" fmla="*/ 0 h 83821"/>
                <a:gd name="connsiteX19" fmla="*/ 71165 w 71164"/>
                <a:gd name="connsiteY19" fmla="*/ 28846 h 83821"/>
                <a:gd name="connsiteX20" fmla="*/ 71165 w 71164"/>
                <a:gd name="connsiteY20" fmla="*/ 82012 h 83821"/>
                <a:gd name="connsiteX21" fmla="*/ 71165 w 71164"/>
                <a:gd name="connsiteY21" fmla="*/ 82012 h 8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164" h="83821">
                  <a:moveTo>
                    <a:pt x="34621" y="71944"/>
                  </a:moveTo>
                  <a:cubicBezTo>
                    <a:pt x="42088" y="71944"/>
                    <a:pt x="49555" y="69116"/>
                    <a:pt x="53628" y="63687"/>
                  </a:cubicBezTo>
                  <a:lnTo>
                    <a:pt x="53628" y="51470"/>
                  </a:lnTo>
                  <a:cubicBezTo>
                    <a:pt x="49442" y="46040"/>
                    <a:pt x="42088" y="43212"/>
                    <a:pt x="34621" y="43212"/>
                  </a:cubicBezTo>
                  <a:cubicBezTo>
                    <a:pt x="27153" y="43212"/>
                    <a:pt x="17423" y="48981"/>
                    <a:pt x="17423" y="57578"/>
                  </a:cubicBezTo>
                  <a:cubicBezTo>
                    <a:pt x="17423" y="66175"/>
                    <a:pt x="24891" y="71944"/>
                    <a:pt x="34621" y="71944"/>
                  </a:cubicBezTo>
                  <a:lnTo>
                    <a:pt x="34621" y="71944"/>
                  </a:lnTo>
                  <a:close/>
                  <a:moveTo>
                    <a:pt x="71051" y="81899"/>
                  </a:moveTo>
                  <a:lnTo>
                    <a:pt x="53628" y="81899"/>
                  </a:lnTo>
                  <a:lnTo>
                    <a:pt x="53628" y="73075"/>
                  </a:lnTo>
                  <a:cubicBezTo>
                    <a:pt x="47632" y="79976"/>
                    <a:pt x="38241" y="83822"/>
                    <a:pt x="27606" y="83822"/>
                  </a:cubicBezTo>
                  <a:cubicBezTo>
                    <a:pt x="16971" y="83822"/>
                    <a:pt x="0" y="74885"/>
                    <a:pt x="0" y="57352"/>
                  </a:cubicBezTo>
                  <a:cubicBezTo>
                    <a:pt x="0" y="39818"/>
                    <a:pt x="14595" y="31221"/>
                    <a:pt x="27606" y="31221"/>
                  </a:cubicBezTo>
                  <a:cubicBezTo>
                    <a:pt x="40617" y="31221"/>
                    <a:pt x="47632" y="34728"/>
                    <a:pt x="53628" y="41515"/>
                  </a:cubicBezTo>
                  <a:lnTo>
                    <a:pt x="53628" y="29637"/>
                  </a:lnTo>
                  <a:cubicBezTo>
                    <a:pt x="53628" y="20362"/>
                    <a:pt x="45821" y="14706"/>
                    <a:pt x="34960" y="14706"/>
                  </a:cubicBezTo>
                  <a:cubicBezTo>
                    <a:pt x="24099" y="14706"/>
                    <a:pt x="18102" y="17986"/>
                    <a:pt x="11314" y="25000"/>
                  </a:cubicBezTo>
                  <a:lnTo>
                    <a:pt x="4073" y="12896"/>
                  </a:lnTo>
                  <a:cubicBezTo>
                    <a:pt x="13350" y="3959"/>
                    <a:pt x="24891" y="0"/>
                    <a:pt x="37675" y="0"/>
                  </a:cubicBezTo>
                  <a:cubicBezTo>
                    <a:pt x="50460" y="0"/>
                    <a:pt x="71165" y="7466"/>
                    <a:pt x="71165" y="28846"/>
                  </a:cubicBezTo>
                  <a:lnTo>
                    <a:pt x="71165" y="82012"/>
                  </a:lnTo>
                  <a:lnTo>
                    <a:pt x="71165" y="8201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B53A0B0-B46D-C088-4EBB-85AB54ECC9FA}"/>
                </a:ext>
              </a:extLst>
            </p:cNvPr>
            <p:cNvSpPr/>
            <p:nvPr/>
          </p:nvSpPr>
          <p:spPr>
            <a:xfrm>
              <a:off x="771380" y="6870719"/>
              <a:ext cx="78518" cy="112328"/>
            </a:xfrm>
            <a:custGeom>
              <a:avLst/>
              <a:gdLst>
                <a:gd name="connsiteX0" fmla="*/ 38015 w 78518"/>
                <a:gd name="connsiteY0" fmla="*/ 68551 h 112328"/>
                <a:gd name="connsiteX1" fmla="*/ 60643 w 78518"/>
                <a:gd name="connsiteY1" fmla="*/ 41854 h 112328"/>
                <a:gd name="connsiteX2" fmla="*/ 38015 w 78518"/>
                <a:gd name="connsiteY2" fmla="*/ 15384 h 112328"/>
                <a:gd name="connsiteX3" fmla="*/ 17537 w 78518"/>
                <a:gd name="connsiteY3" fmla="*/ 26018 h 112328"/>
                <a:gd name="connsiteX4" fmla="*/ 17537 w 78518"/>
                <a:gd name="connsiteY4" fmla="*/ 57578 h 112328"/>
                <a:gd name="connsiteX5" fmla="*/ 38015 w 78518"/>
                <a:gd name="connsiteY5" fmla="*/ 68551 h 112328"/>
                <a:gd name="connsiteX6" fmla="*/ 43106 w 78518"/>
                <a:gd name="connsiteY6" fmla="*/ 83935 h 112328"/>
                <a:gd name="connsiteX7" fmla="*/ 17423 w 78518"/>
                <a:gd name="connsiteY7" fmla="*/ 70813 h 112328"/>
                <a:gd name="connsiteX8" fmla="*/ 17423 w 78518"/>
                <a:gd name="connsiteY8" fmla="*/ 112328 h 112328"/>
                <a:gd name="connsiteX9" fmla="*/ 0 w 78518"/>
                <a:gd name="connsiteY9" fmla="*/ 112328 h 112328"/>
                <a:gd name="connsiteX10" fmla="*/ 0 w 78518"/>
                <a:gd name="connsiteY10" fmla="*/ 1923 h 112328"/>
                <a:gd name="connsiteX11" fmla="*/ 17423 w 78518"/>
                <a:gd name="connsiteY11" fmla="*/ 1923 h 112328"/>
                <a:gd name="connsiteX12" fmla="*/ 17423 w 78518"/>
                <a:gd name="connsiteY12" fmla="*/ 12896 h 112328"/>
                <a:gd name="connsiteX13" fmla="*/ 43106 w 78518"/>
                <a:gd name="connsiteY13" fmla="*/ 0 h 112328"/>
                <a:gd name="connsiteX14" fmla="*/ 78519 w 78518"/>
                <a:gd name="connsiteY14" fmla="*/ 41854 h 112328"/>
                <a:gd name="connsiteX15" fmla="*/ 43106 w 78518"/>
                <a:gd name="connsiteY15" fmla="*/ 83935 h 112328"/>
                <a:gd name="connsiteX16" fmla="*/ 43106 w 78518"/>
                <a:gd name="connsiteY16" fmla="*/ 83935 h 11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518" h="112328">
                  <a:moveTo>
                    <a:pt x="38015" y="68551"/>
                  </a:moveTo>
                  <a:cubicBezTo>
                    <a:pt x="51705" y="68551"/>
                    <a:pt x="60643" y="57465"/>
                    <a:pt x="60643" y="41854"/>
                  </a:cubicBezTo>
                  <a:cubicBezTo>
                    <a:pt x="60643" y="26244"/>
                    <a:pt x="51705" y="15384"/>
                    <a:pt x="38015" y="15384"/>
                  </a:cubicBezTo>
                  <a:cubicBezTo>
                    <a:pt x="24325" y="15384"/>
                    <a:pt x="21496" y="20022"/>
                    <a:pt x="17537" y="26018"/>
                  </a:cubicBezTo>
                  <a:lnTo>
                    <a:pt x="17537" y="57578"/>
                  </a:lnTo>
                  <a:cubicBezTo>
                    <a:pt x="21383" y="63573"/>
                    <a:pt x="29982" y="68551"/>
                    <a:pt x="38015" y="68551"/>
                  </a:cubicBezTo>
                  <a:close/>
                  <a:moveTo>
                    <a:pt x="43106" y="83935"/>
                  </a:moveTo>
                  <a:cubicBezTo>
                    <a:pt x="33037" y="83935"/>
                    <a:pt x="24099" y="79297"/>
                    <a:pt x="17423" y="70813"/>
                  </a:cubicBezTo>
                  <a:lnTo>
                    <a:pt x="17423" y="112328"/>
                  </a:lnTo>
                  <a:lnTo>
                    <a:pt x="0" y="112328"/>
                  </a:lnTo>
                  <a:lnTo>
                    <a:pt x="0" y="1923"/>
                  </a:lnTo>
                  <a:lnTo>
                    <a:pt x="17423" y="1923"/>
                  </a:lnTo>
                  <a:lnTo>
                    <a:pt x="17423" y="12896"/>
                  </a:lnTo>
                  <a:cubicBezTo>
                    <a:pt x="23420" y="4977"/>
                    <a:pt x="32697" y="0"/>
                    <a:pt x="43106" y="0"/>
                  </a:cubicBezTo>
                  <a:cubicBezTo>
                    <a:pt x="63811" y="0"/>
                    <a:pt x="78519" y="15611"/>
                    <a:pt x="78519" y="41854"/>
                  </a:cubicBezTo>
                  <a:cubicBezTo>
                    <a:pt x="78519" y="68098"/>
                    <a:pt x="63811" y="83935"/>
                    <a:pt x="43106" y="83935"/>
                  </a:cubicBezTo>
                  <a:lnTo>
                    <a:pt x="43106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645A036-E477-5DBF-2C7A-C7B7EFCF6B88}"/>
                </a:ext>
              </a:extLst>
            </p:cNvPr>
            <p:cNvSpPr/>
            <p:nvPr/>
          </p:nvSpPr>
          <p:spPr>
            <a:xfrm>
              <a:off x="552456" y="6831805"/>
              <a:ext cx="166314" cy="195018"/>
            </a:xfrm>
            <a:custGeom>
              <a:avLst/>
              <a:gdLst>
                <a:gd name="connsiteX0" fmla="*/ 47179 w 166314"/>
                <a:gd name="connsiteY0" fmla="*/ 0 h 195018"/>
                <a:gd name="connsiteX1" fmla="*/ 0 w 166314"/>
                <a:gd name="connsiteY1" fmla="*/ 47058 h 195018"/>
                <a:gd name="connsiteX2" fmla="*/ 0 w 166314"/>
                <a:gd name="connsiteY2" fmla="*/ 119002 h 195018"/>
                <a:gd name="connsiteX3" fmla="*/ 47179 w 166314"/>
                <a:gd name="connsiteY3" fmla="*/ 166060 h 195018"/>
                <a:gd name="connsiteX4" fmla="*/ 63245 w 166314"/>
                <a:gd name="connsiteY4" fmla="*/ 166060 h 195018"/>
                <a:gd name="connsiteX5" fmla="*/ 63358 w 166314"/>
                <a:gd name="connsiteY5" fmla="*/ 166286 h 195018"/>
                <a:gd name="connsiteX6" fmla="*/ 78406 w 166314"/>
                <a:gd name="connsiteY6" fmla="*/ 192304 h 195018"/>
                <a:gd name="connsiteX7" fmla="*/ 87909 w 166314"/>
                <a:gd name="connsiteY7" fmla="*/ 192304 h 195018"/>
                <a:gd name="connsiteX8" fmla="*/ 102957 w 166314"/>
                <a:gd name="connsiteY8" fmla="*/ 166286 h 195018"/>
                <a:gd name="connsiteX9" fmla="*/ 103070 w 166314"/>
                <a:gd name="connsiteY9" fmla="*/ 166060 h 195018"/>
                <a:gd name="connsiteX10" fmla="*/ 119136 w 166314"/>
                <a:gd name="connsiteY10" fmla="*/ 166060 h 195018"/>
                <a:gd name="connsiteX11" fmla="*/ 166315 w 166314"/>
                <a:gd name="connsiteY11" fmla="*/ 119002 h 195018"/>
                <a:gd name="connsiteX12" fmla="*/ 166315 w 166314"/>
                <a:gd name="connsiteY12" fmla="*/ 47058 h 195018"/>
                <a:gd name="connsiteX13" fmla="*/ 119136 w 166314"/>
                <a:gd name="connsiteY13" fmla="*/ 0 h 195018"/>
                <a:gd name="connsiteX14" fmla="*/ 47066 w 166314"/>
                <a:gd name="connsiteY14" fmla="*/ 0 h 195018"/>
                <a:gd name="connsiteX15" fmla="*/ 47179 w 166314"/>
                <a:gd name="connsiteY15" fmla="*/ 0 h 195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6314" h="195018">
                  <a:moveTo>
                    <a:pt x="47179" y="0"/>
                  </a:moveTo>
                  <a:cubicBezTo>
                    <a:pt x="21157" y="0"/>
                    <a:pt x="0" y="21040"/>
                    <a:pt x="0" y="47058"/>
                  </a:cubicBezTo>
                  <a:lnTo>
                    <a:pt x="0" y="119002"/>
                  </a:lnTo>
                  <a:cubicBezTo>
                    <a:pt x="0" y="145020"/>
                    <a:pt x="21157" y="166060"/>
                    <a:pt x="47179" y="166060"/>
                  </a:cubicBezTo>
                  <a:lnTo>
                    <a:pt x="63245" y="166060"/>
                  </a:lnTo>
                  <a:cubicBezTo>
                    <a:pt x="63245" y="166060"/>
                    <a:pt x="63245" y="166286"/>
                    <a:pt x="63358" y="166286"/>
                  </a:cubicBezTo>
                  <a:lnTo>
                    <a:pt x="78406" y="192304"/>
                  </a:lnTo>
                  <a:cubicBezTo>
                    <a:pt x="80555" y="195924"/>
                    <a:pt x="85760" y="195924"/>
                    <a:pt x="87909" y="192304"/>
                  </a:cubicBezTo>
                  <a:lnTo>
                    <a:pt x="102957" y="166286"/>
                  </a:lnTo>
                  <a:cubicBezTo>
                    <a:pt x="102957" y="166286"/>
                    <a:pt x="102957" y="166060"/>
                    <a:pt x="103070" y="166060"/>
                  </a:cubicBezTo>
                  <a:lnTo>
                    <a:pt x="119136" y="166060"/>
                  </a:lnTo>
                  <a:cubicBezTo>
                    <a:pt x="145158" y="166060"/>
                    <a:pt x="166315" y="145020"/>
                    <a:pt x="166315" y="119002"/>
                  </a:cubicBezTo>
                  <a:lnTo>
                    <a:pt x="166315" y="47058"/>
                  </a:lnTo>
                  <a:cubicBezTo>
                    <a:pt x="166315" y="21040"/>
                    <a:pt x="145158" y="0"/>
                    <a:pt x="119136" y="0"/>
                  </a:cubicBezTo>
                  <a:lnTo>
                    <a:pt x="47066" y="0"/>
                  </a:lnTo>
                  <a:lnTo>
                    <a:pt x="47179" y="0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2F4D231-89E4-3F6D-1AF0-E9BCC1DE686A}"/>
                </a:ext>
              </a:extLst>
            </p:cNvPr>
            <p:cNvSpPr/>
            <p:nvPr/>
          </p:nvSpPr>
          <p:spPr>
            <a:xfrm>
              <a:off x="576356" y="6872670"/>
              <a:ext cx="94577" cy="47340"/>
            </a:xfrm>
            <a:custGeom>
              <a:avLst/>
              <a:gdLst>
                <a:gd name="connsiteX0" fmla="*/ 45567 w 94577"/>
                <a:gd name="connsiteY0" fmla="*/ 17958 h 47340"/>
                <a:gd name="connsiteX1" fmla="*/ 43870 w 94577"/>
                <a:gd name="connsiteY1" fmla="*/ 3478 h 47340"/>
                <a:gd name="connsiteX2" fmla="*/ 27238 w 94577"/>
                <a:gd name="connsiteY2" fmla="*/ 3478 h 47340"/>
                <a:gd name="connsiteX3" fmla="*/ 25315 w 94577"/>
                <a:gd name="connsiteY3" fmla="*/ 17618 h 47340"/>
                <a:gd name="connsiteX4" fmla="*/ 17621 w 94577"/>
                <a:gd name="connsiteY4" fmla="*/ 25311 h 47340"/>
                <a:gd name="connsiteX5" fmla="*/ 3479 w 94577"/>
                <a:gd name="connsiteY5" fmla="*/ 27234 h 47340"/>
                <a:gd name="connsiteX6" fmla="*/ 3479 w 94577"/>
                <a:gd name="connsiteY6" fmla="*/ 43862 h 47340"/>
                <a:gd name="connsiteX7" fmla="*/ 20110 w 94577"/>
                <a:gd name="connsiteY7" fmla="*/ 43862 h 47340"/>
                <a:gd name="connsiteX8" fmla="*/ 22034 w 94577"/>
                <a:gd name="connsiteY8" fmla="*/ 29722 h 47340"/>
                <a:gd name="connsiteX9" fmla="*/ 29727 w 94577"/>
                <a:gd name="connsiteY9" fmla="*/ 22030 h 47340"/>
                <a:gd name="connsiteX10" fmla="*/ 41154 w 94577"/>
                <a:gd name="connsiteY10" fmla="*/ 22143 h 47340"/>
                <a:gd name="connsiteX11" fmla="*/ 48961 w 94577"/>
                <a:gd name="connsiteY11" fmla="*/ 29949 h 47340"/>
                <a:gd name="connsiteX12" fmla="*/ 50998 w 94577"/>
                <a:gd name="connsiteY12" fmla="*/ 43862 h 47340"/>
                <a:gd name="connsiteX13" fmla="*/ 67629 w 94577"/>
                <a:gd name="connsiteY13" fmla="*/ 43862 h 47340"/>
                <a:gd name="connsiteX14" fmla="*/ 69213 w 94577"/>
                <a:gd name="connsiteY14" fmla="*/ 29157 h 47340"/>
                <a:gd name="connsiteX15" fmla="*/ 69552 w 94577"/>
                <a:gd name="connsiteY15" fmla="*/ 29496 h 47340"/>
                <a:gd name="connsiteX16" fmla="*/ 77133 w 94577"/>
                <a:gd name="connsiteY16" fmla="*/ 21917 h 47340"/>
                <a:gd name="connsiteX17" fmla="*/ 91388 w 94577"/>
                <a:gd name="connsiteY17" fmla="*/ 20107 h 47340"/>
                <a:gd name="connsiteX18" fmla="*/ 91388 w 94577"/>
                <a:gd name="connsiteY18" fmla="*/ 3478 h 47340"/>
                <a:gd name="connsiteX19" fmla="*/ 74757 w 94577"/>
                <a:gd name="connsiteY19" fmla="*/ 3478 h 47340"/>
                <a:gd name="connsiteX20" fmla="*/ 72833 w 94577"/>
                <a:gd name="connsiteY20" fmla="*/ 17618 h 47340"/>
                <a:gd name="connsiteX21" fmla="*/ 65253 w 94577"/>
                <a:gd name="connsiteY21" fmla="*/ 25197 h 47340"/>
                <a:gd name="connsiteX22" fmla="*/ 65706 w 94577"/>
                <a:gd name="connsiteY22" fmla="*/ 25650 h 47340"/>
                <a:gd name="connsiteX23" fmla="*/ 53260 w 94577"/>
                <a:gd name="connsiteY23" fmla="*/ 25537 h 47340"/>
                <a:gd name="connsiteX24" fmla="*/ 45680 w 94577"/>
                <a:gd name="connsiteY24" fmla="*/ 17958 h 47340"/>
                <a:gd name="connsiteX25" fmla="*/ 45680 w 94577"/>
                <a:gd name="connsiteY25" fmla="*/ 17958 h 4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4577" h="47340">
                  <a:moveTo>
                    <a:pt x="45567" y="17958"/>
                  </a:moveTo>
                  <a:cubicBezTo>
                    <a:pt x="48282" y="13433"/>
                    <a:pt x="47716" y="7438"/>
                    <a:pt x="43870" y="3478"/>
                  </a:cubicBezTo>
                  <a:cubicBezTo>
                    <a:pt x="39231" y="-1159"/>
                    <a:pt x="31764" y="-1159"/>
                    <a:pt x="27238" y="3478"/>
                  </a:cubicBezTo>
                  <a:cubicBezTo>
                    <a:pt x="23392" y="7325"/>
                    <a:pt x="22713" y="13207"/>
                    <a:pt x="25315" y="17618"/>
                  </a:cubicBezTo>
                  <a:lnTo>
                    <a:pt x="17621" y="25311"/>
                  </a:lnTo>
                  <a:cubicBezTo>
                    <a:pt x="13096" y="22709"/>
                    <a:pt x="7326" y="23388"/>
                    <a:pt x="3479" y="27234"/>
                  </a:cubicBezTo>
                  <a:cubicBezTo>
                    <a:pt x="-1160" y="31872"/>
                    <a:pt x="-1160" y="39337"/>
                    <a:pt x="3479" y="43862"/>
                  </a:cubicBezTo>
                  <a:cubicBezTo>
                    <a:pt x="8118" y="48500"/>
                    <a:pt x="15585" y="48500"/>
                    <a:pt x="20110" y="43862"/>
                  </a:cubicBezTo>
                  <a:cubicBezTo>
                    <a:pt x="23957" y="40016"/>
                    <a:pt x="24636" y="34134"/>
                    <a:pt x="22034" y="29722"/>
                  </a:cubicBezTo>
                  <a:lnTo>
                    <a:pt x="29727" y="22030"/>
                  </a:lnTo>
                  <a:cubicBezTo>
                    <a:pt x="33235" y="24066"/>
                    <a:pt x="37647" y="24066"/>
                    <a:pt x="41154" y="22143"/>
                  </a:cubicBezTo>
                  <a:lnTo>
                    <a:pt x="48961" y="29949"/>
                  </a:lnTo>
                  <a:cubicBezTo>
                    <a:pt x="46585" y="34473"/>
                    <a:pt x="47264" y="40129"/>
                    <a:pt x="50998" y="43862"/>
                  </a:cubicBezTo>
                  <a:cubicBezTo>
                    <a:pt x="54731" y="47595"/>
                    <a:pt x="63103" y="48500"/>
                    <a:pt x="67629" y="43862"/>
                  </a:cubicBezTo>
                  <a:cubicBezTo>
                    <a:pt x="71589" y="39903"/>
                    <a:pt x="72155" y="33795"/>
                    <a:pt x="69213" y="29157"/>
                  </a:cubicBezTo>
                  <a:lnTo>
                    <a:pt x="69552" y="29496"/>
                  </a:lnTo>
                  <a:lnTo>
                    <a:pt x="77133" y="21917"/>
                  </a:lnTo>
                  <a:cubicBezTo>
                    <a:pt x="81658" y="24519"/>
                    <a:pt x="87541" y="23953"/>
                    <a:pt x="91388" y="20107"/>
                  </a:cubicBezTo>
                  <a:cubicBezTo>
                    <a:pt x="95235" y="16261"/>
                    <a:pt x="96027" y="8003"/>
                    <a:pt x="91388" y="3478"/>
                  </a:cubicBezTo>
                  <a:cubicBezTo>
                    <a:pt x="86750" y="-1159"/>
                    <a:pt x="79282" y="-1159"/>
                    <a:pt x="74757" y="3478"/>
                  </a:cubicBezTo>
                  <a:cubicBezTo>
                    <a:pt x="70910" y="7325"/>
                    <a:pt x="70231" y="13094"/>
                    <a:pt x="72833" y="17618"/>
                  </a:cubicBezTo>
                  <a:lnTo>
                    <a:pt x="65253" y="25197"/>
                  </a:lnTo>
                  <a:lnTo>
                    <a:pt x="65706" y="25650"/>
                  </a:lnTo>
                  <a:cubicBezTo>
                    <a:pt x="61972" y="23274"/>
                    <a:pt x="57107" y="23161"/>
                    <a:pt x="53260" y="25537"/>
                  </a:cubicBezTo>
                  <a:lnTo>
                    <a:pt x="45680" y="17958"/>
                  </a:lnTo>
                  <a:lnTo>
                    <a:pt x="45680" y="17958"/>
                  </a:lnTo>
                  <a:close/>
                </a:path>
              </a:pathLst>
            </a:custGeom>
            <a:solidFill>
              <a:srgbClr val="FF7800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B6C9E658-9D62-B678-036B-795FFA6F4AAD}"/>
                </a:ext>
              </a:extLst>
            </p:cNvPr>
            <p:cNvSpPr/>
            <p:nvPr/>
          </p:nvSpPr>
          <p:spPr>
            <a:xfrm>
              <a:off x="600002" y="6896425"/>
              <a:ext cx="94867" cy="71095"/>
            </a:xfrm>
            <a:custGeom>
              <a:avLst/>
              <a:gdLst>
                <a:gd name="connsiteX0" fmla="*/ 91388 w 94867"/>
                <a:gd name="connsiteY0" fmla="*/ 3478 h 71095"/>
                <a:gd name="connsiteX1" fmla="*/ 91388 w 94867"/>
                <a:gd name="connsiteY1" fmla="*/ 20107 h 71095"/>
                <a:gd name="connsiteX2" fmla="*/ 77246 w 94867"/>
                <a:gd name="connsiteY2" fmla="*/ 22030 h 71095"/>
                <a:gd name="connsiteX3" fmla="*/ 69552 w 94867"/>
                <a:gd name="connsiteY3" fmla="*/ 29722 h 71095"/>
                <a:gd name="connsiteX4" fmla="*/ 67629 w 94867"/>
                <a:gd name="connsiteY4" fmla="*/ 43862 h 71095"/>
                <a:gd name="connsiteX5" fmla="*/ 53487 w 94867"/>
                <a:gd name="connsiteY5" fmla="*/ 45785 h 71095"/>
                <a:gd name="connsiteX6" fmla="*/ 45793 w 94867"/>
                <a:gd name="connsiteY6" fmla="*/ 53477 h 71095"/>
                <a:gd name="connsiteX7" fmla="*/ 43870 w 94867"/>
                <a:gd name="connsiteY7" fmla="*/ 67617 h 71095"/>
                <a:gd name="connsiteX8" fmla="*/ 27238 w 94867"/>
                <a:gd name="connsiteY8" fmla="*/ 67617 h 71095"/>
                <a:gd name="connsiteX9" fmla="*/ 25315 w 94867"/>
                <a:gd name="connsiteY9" fmla="*/ 53477 h 71095"/>
                <a:gd name="connsiteX10" fmla="*/ 17621 w 94867"/>
                <a:gd name="connsiteY10" fmla="*/ 45785 h 71095"/>
                <a:gd name="connsiteX11" fmla="*/ 3479 w 94867"/>
                <a:gd name="connsiteY11" fmla="*/ 43862 h 71095"/>
                <a:gd name="connsiteX12" fmla="*/ 3479 w 94867"/>
                <a:gd name="connsiteY12" fmla="*/ 27234 h 71095"/>
                <a:gd name="connsiteX13" fmla="*/ 20111 w 94867"/>
                <a:gd name="connsiteY13" fmla="*/ 27234 h 71095"/>
                <a:gd name="connsiteX14" fmla="*/ 22034 w 94867"/>
                <a:gd name="connsiteY14" fmla="*/ 41374 h 71095"/>
                <a:gd name="connsiteX15" fmla="*/ 29727 w 94867"/>
                <a:gd name="connsiteY15" fmla="*/ 49066 h 71095"/>
                <a:gd name="connsiteX16" fmla="*/ 41494 w 94867"/>
                <a:gd name="connsiteY16" fmla="*/ 49066 h 71095"/>
                <a:gd name="connsiteX17" fmla="*/ 49187 w 94867"/>
                <a:gd name="connsiteY17" fmla="*/ 41374 h 71095"/>
                <a:gd name="connsiteX18" fmla="*/ 51111 w 94867"/>
                <a:gd name="connsiteY18" fmla="*/ 27234 h 71095"/>
                <a:gd name="connsiteX19" fmla="*/ 65253 w 94867"/>
                <a:gd name="connsiteY19" fmla="*/ 25311 h 71095"/>
                <a:gd name="connsiteX20" fmla="*/ 72947 w 94867"/>
                <a:gd name="connsiteY20" fmla="*/ 17618 h 71095"/>
                <a:gd name="connsiteX21" fmla="*/ 74870 w 94867"/>
                <a:gd name="connsiteY21" fmla="*/ 3478 h 71095"/>
                <a:gd name="connsiteX22" fmla="*/ 91501 w 94867"/>
                <a:gd name="connsiteY22" fmla="*/ 3478 h 71095"/>
                <a:gd name="connsiteX23" fmla="*/ 91388 w 94867"/>
                <a:gd name="connsiteY23" fmla="*/ 3478 h 7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867" h="71095">
                  <a:moveTo>
                    <a:pt x="91388" y="3478"/>
                  </a:moveTo>
                  <a:cubicBezTo>
                    <a:pt x="96027" y="8116"/>
                    <a:pt x="96027" y="15582"/>
                    <a:pt x="91388" y="20107"/>
                  </a:cubicBezTo>
                  <a:cubicBezTo>
                    <a:pt x="87541" y="23953"/>
                    <a:pt x="81658" y="24632"/>
                    <a:pt x="77246" y="22030"/>
                  </a:cubicBezTo>
                  <a:lnTo>
                    <a:pt x="69552" y="29722"/>
                  </a:lnTo>
                  <a:cubicBezTo>
                    <a:pt x="72155" y="34247"/>
                    <a:pt x="71476" y="40016"/>
                    <a:pt x="67629" y="43862"/>
                  </a:cubicBezTo>
                  <a:cubicBezTo>
                    <a:pt x="63782" y="47708"/>
                    <a:pt x="57899" y="48387"/>
                    <a:pt x="53487" y="45785"/>
                  </a:cubicBezTo>
                  <a:lnTo>
                    <a:pt x="45793" y="53477"/>
                  </a:lnTo>
                  <a:cubicBezTo>
                    <a:pt x="48395" y="58002"/>
                    <a:pt x="47716" y="63771"/>
                    <a:pt x="43870" y="67617"/>
                  </a:cubicBezTo>
                  <a:cubicBezTo>
                    <a:pt x="39231" y="72255"/>
                    <a:pt x="31764" y="72255"/>
                    <a:pt x="27238" y="67617"/>
                  </a:cubicBezTo>
                  <a:cubicBezTo>
                    <a:pt x="23392" y="63771"/>
                    <a:pt x="22713" y="57889"/>
                    <a:pt x="25315" y="53477"/>
                  </a:cubicBezTo>
                  <a:lnTo>
                    <a:pt x="17621" y="45785"/>
                  </a:lnTo>
                  <a:cubicBezTo>
                    <a:pt x="13096" y="48387"/>
                    <a:pt x="7326" y="47708"/>
                    <a:pt x="3479" y="43862"/>
                  </a:cubicBezTo>
                  <a:cubicBezTo>
                    <a:pt x="-1160" y="39224"/>
                    <a:pt x="-1160" y="31758"/>
                    <a:pt x="3479" y="27234"/>
                  </a:cubicBezTo>
                  <a:cubicBezTo>
                    <a:pt x="8118" y="22596"/>
                    <a:pt x="15585" y="22596"/>
                    <a:pt x="20111" y="27234"/>
                  </a:cubicBezTo>
                  <a:cubicBezTo>
                    <a:pt x="23957" y="31080"/>
                    <a:pt x="24636" y="36962"/>
                    <a:pt x="22034" y="41374"/>
                  </a:cubicBezTo>
                  <a:lnTo>
                    <a:pt x="29727" y="49066"/>
                  </a:lnTo>
                  <a:cubicBezTo>
                    <a:pt x="33348" y="47030"/>
                    <a:pt x="37873" y="47030"/>
                    <a:pt x="41494" y="49066"/>
                  </a:cubicBezTo>
                  <a:lnTo>
                    <a:pt x="49187" y="41374"/>
                  </a:lnTo>
                  <a:cubicBezTo>
                    <a:pt x="46585" y="36849"/>
                    <a:pt x="47264" y="31080"/>
                    <a:pt x="51111" y="27234"/>
                  </a:cubicBezTo>
                  <a:cubicBezTo>
                    <a:pt x="54957" y="23388"/>
                    <a:pt x="60841" y="22709"/>
                    <a:pt x="65253" y="25311"/>
                  </a:cubicBezTo>
                  <a:lnTo>
                    <a:pt x="72947" y="17618"/>
                  </a:lnTo>
                  <a:cubicBezTo>
                    <a:pt x="70344" y="13094"/>
                    <a:pt x="71023" y="7325"/>
                    <a:pt x="74870" y="3478"/>
                  </a:cubicBezTo>
                  <a:cubicBezTo>
                    <a:pt x="79509" y="-1159"/>
                    <a:pt x="86976" y="-1159"/>
                    <a:pt x="91501" y="3478"/>
                  </a:cubicBezTo>
                  <a:lnTo>
                    <a:pt x="91388" y="3478"/>
                  </a:lnTo>
                  <a:close/>
                </a:path>
              </a:pathLst>
            </a:custGeom>
            <a:solidFill>
              <a:srgbClr val="FFFFFF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43" name="Graphic 24">
              <a:extLst>
                <a:ext uri="{FF2B5EF4-FFF2-40B4-BE49-F238E27FC236}">
                  <a16:creationId xmlns:a16="http://schemas.microsoft.com/office/drawing/2014/main" id="{9254D94D-38D5-DB08-32BE-29FD93F9819A}"/>
                </a:ext>
              </a:extLst>
            </p:cNvPr>
            <p:cNvGrpSpPr/>
            <p:nvPr/>
          </p:nvGrpSpPr>
          <p:grpSpPr>
            <a:xfrm>
              <a:off x="1643571" y="6843457"/>
              <a:ext cx="56846" cy="79433"/>
              <a:chOff x="1643571" y="6843457"/>
              <a:chExt cx="56846" cy="79433"/>
            </a:xfrm>
            <a:solidFill>
              <a:srgbClr val="4A106E"/>
            </a:solidFill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8F3224C5-97EE-C90B-D9D5-CEA3785518F6}"/>
                  </a:ext>
                </a:extLst>
              </p:cNvPr>
              <p:cNvSpPr/>
              <p:nvPr/>
            </p:nvSpPr>
            <p:spPr>
              <a:xfrm>
                <a:off x="1643571" y="6843457"/>
                <a:ext cx="15500" cy="21945"/>
              </a:xfrm>
              <a:custGeom>
                <a:avLst/>
                <a:gdLst>
                  <a:gd name="connsiteX0" fmla="*/ 7806 w 15500"/>
                  <a:gd name="connsiteY0" fmla="*/ 21832 h 21945"/>
                  <a:gd name="connsiteX1" fmla="*/ 3847 w 15500"/>
                  <a:gd name="connsiteY1" fmla="*/ 21040 h 21945"/>
                  <a:gd name="connsiteX2" fmla="*/ 1131 w 15500"/>
                  <a:gd name="connsiteY2" fmla="*/ 18891 h 21945"/>
                  <a:gd name="connsiteX3" fmla="*/ 0 w 15500"/>
                  <a:gd name="connsiteY3" fmla="*/ 15611 h 21945"/>
                  <a:gd name="connsiteX4" fmla="*/ 3281 w 15500"/>
                  <a:gd name="connsiteY4" fmla="*/ 15611 h 21945"/>
                  <a:gd name="connsiteX5" fmla="*/ 4073 w 15500"/>
                  <a:gd name="connsiteY5" fmla="*/ 17534 h 21945"/>
                  <a:gd name="connsiteX6" fmla="*/ 5770 w 15500"/>
                  <a:gd name="connsiteY6" fmla="*/ 18665 h 21945"/>
                  <a:gd name="connsiteX7" fmla="*/ 8033 w 15500"/>
                  <a:gd name="connsiteY7" fmla="*/ 19004 h 21945"/>
                  <a:gd name="connsiteX8" fmla="*/ 10296 w 15500"/>
                  <a:gd name="connsiteY8" fmla="*/ 18665 h 21945"/>
                  <a:gd name="connsiteX9" fmla="*/ 11993 w 15500"/>
                  <a:gd name="connsiteY9" fmla="*/ 17534 h 21945"/>
                  <a:gd name="connsiteX10" fmla="*/ 12558 w 15500"/>
                  <a:gd name="connsiteY10" fmla="*/ 15837 h 21945"/>
                  <a:gd name="connsiteX11" fmla="*/ 11993 w 15500"/>
                  <a:gd name="connsiteY11" fmla="*/ 14253 h 21945"/>
                  <a:gd name="connsiteX12" fmla="*/ 10635 w 15500"/>
                  <a:gd name="connsiteY12" fmla="*/ 13348 h 21945"/>
                  <a:gd name="connsiteX13" fmla="*/ 8485 w 15500"/>
                  <a:gd name="connsiteY13" fmla="*/ 12556 h 21945"/>
                  <a:gd name="connsiteX14" fmla="*/ 5996 w 15500"/>
                  <a:gd name="connsiteY14" fmla="*/ 11764 h 21945"/>
                  <a:gd name="connsiteX15" fmla="*/ 2036 w 15500"/>
                  <a:gd name="connsiteY15" fmla="*/ 9615 h 21945"/>
                  <a:gd name="connsiteX16" fmla="*/ 452 w 15500"/>
                  <a:gd name="connsiteY16" fmla="*/ 6222 h 21945"/>
                  <a:gd name="connsiteX17" fmla="*/ 1358 w 15500"/>
                  <a:gd name="connsiteY17" fmla="*/ 2941 h 21945"/>
                  <a:gd name="connsiteX18" fmla="*/ 4073 w 15500"/>
                  <a:gd name="connsiteY18" fmla="*/ 792 h 21945"/>
                  <a:gd name="connsiteX19" fmla="*/ 7920 w 15500"/>
                  <a:gd name="connsiteY19" fmla="*/ 0 h 21945"/>
                  <a:gd name="connsiteX20" fmla="*/ 11766 w 15500"/>
                  <a:gd name="connsiteY20" fmla="*/ 792 h 21945"/>
                  <a:gd name="connsiteX21" fmla="*/ 14256 w 15500"/>
                  <a:gd name="connsiteY21" fmla="*/ 2941 h 21945"/>
                  <a:gd name="connsiteX22" fmla="*/ 15161 w 15500"/>
                  <a:gd name="connsiteY22" fmla="*/ 5995 h 21945"/>
                  <a:gd name="connsiteX23" fmla="*/ 12106 w 15500"/>
                  <a:gd name="connsiteY23" fmla="*/ 5995 h 21945"/>
                  <a:gd name="connsiteX24" fmla="*/ 10748 w 15500"/>
                  <a:gd name="connsiteY24" fmla="*/ 3733 h 21945"/>
                  <a:gd name="connsiteX25" fmla="*/ 7693 w 15500"/>
                  <a:gd name="connsiteY25" fmla="*/ 2941 h 21945"/>
                  <a:gd name="connsiteX26" fmla="*/ 5431 w 15500"/>
                  <a:gd name="connsiteY26" fmla="*/ 3280 h 21945"/>
                  <a:gd name="connsiteX27" fmla="*/ 3847 w 15500"/>
                  <a:gd name="connsiteY27" fmla="*/ 4412 h 21945"/>
                  <a:gd name="connsiteX28" fmla="*/ 3281 w 15500"/>
                  <a:gd name="connsiteY28" fmla="*/ 5995 h 21945"/>
                  <a:gd name="connsiteX29" fmla="*/ 3847 w 15500"/>
                  <a:gd name="connsiteY29" fmla="*/ 7579 h 21945"/>
                  <a:gd name="connsiteX30" fmla="*/ 5431 w 15500"/>
                  <a:gd name="connsiteY30" fmla="*/ 8484 h 21945"/>
                  <a:gd name="connsiteX31" fmla="*/ 7128 w 15500"/>
                  <a:gd name="connsiteY31" fmla="*/ 9050 h 21945"/>
                  <a:gd name="connsiteX32" fmla="*/ 9277 w 15500"/>
                  <a:gd name="connsiteY32" fmla="*/ 9615 h 21945"/>
                  <a:gd name="connsiteX33" fmla="*/ 11427 w 15500"/>
                  <a:gd name="connsiteY33" fmla="*/ 10407 h 21945"/>
                  <a:gd name="connsiteX34" fmla="*/ 13350 w 15500"/>
                  <a:gd name="connsiteY34" fmla="*/ 11538 h 21945"/>
                  <a:gd name="connsiteX35" fmla="*/ 14934 w 15500"/>
                  <a:gd name="connsiteY35" fmla="*/ 13235 h 21945"/>
                  <a:gd name="connsiteX36" fmla="*/ 15500 w 15500"/>
                  <a:gd name="connsiteY36" fmla="*/ 15724 h 21945"/>
                  <a:gd name="connsiteX37" fmla="*/ 14595 w 15500"/>
                  <a:gd name="connsiteY37" fmla="*/ 19004 h 21945"/>
                  <a:gd name="connsiteX38" fmla="*/ 11880 w 15500"/>
                  <a:gd name="connsiteY38" fmla="*/ 21153 h 21945"/>
                  <a:gd name="connsiteX39" fmla="*/ 7693 w 15500"/>
                  <a:gd name="connsiteY39" fmla="*/ 21945 h 21945"/>
                  <a:gd name="connsiteX40" fmla="*/ 7920 w 15500"/>
                  <a:gd name="connsiteY40" fmla="*/ 21719 h 21945"/>
                  <a:gd name="connsiteX41" fmla="*/ 7806 w 15500"/>
                  <a:gd name="connsiteY41" fmla="*/ 21719 h 21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5500" h="21945">
                    <a:moveTo>
                      <a:pt x="7806" y="21832"/>
                    </a:moveTo>
                    <a:cubicBezTo>
                      <a:pt x="6223" y="21832"/>
                      <a:pt x="4978" y="21606"/>
                      <a:pt x="3847" y="21040"/>
                    </a:cubicBezTo>
                    <a:cubicBezTo>
                      <a:pt x="2715" y="20475"/>
                      <a:pt x="1697" y="19909"/>
                      <a:pt x="1131" y="18891"/>
                    </a:cubicBezTo>
                    <a:cubicBezTo>
                      <a:pt x="566" y="17873"/>
                      <a:pt x="226" y="16742"/>
                      <a:pt x="0" y="15611"/>
                    </a:cubicBezTo>
                    <a:lnTo>
                      <a:pt x="3281" y="15611"/>
                    </a:lnTo>
                    <a:cubicBezTo>
                      <a:pt x="3281" y="16402"/>
                      <a:pt x="3620" y="16968"/>
                      <a:pt x="4073" y="17534"/>
                    </a:cubicBezTo>
                    <a:cubicBezTo>
                      <a:pt x="4526" y="18099"/>
                      <a:pt x="4978" y="18439"/>
                      <a:pt x="5770" y="18665"/>
                    </a:cubicBezTo>
                    <a:cubicBezTo>
                      <a:pt x="6562" y="18891"/>
                      <a:pt x="7128" y="19004"/>
                      <a:pt x="8033" y="19004"/>
                    </a:cubicBezTo>
                    <a:cubicBezTo>
                      <a:pt x="8938" y="19004"/>
                      <a:pt x="9730" y="19004"/>
                      <a:pt x="10296" y="18665"/>
                    </a:cubicBezTo>
                    <a:cubicBezTo>
                      <a:pt x="10861" y="18325"/>
                      <a:pt x="11427" y="17873"/>
                      <a:pt x="11993" y="17534"/>
                    </a:cubicBezTo>
                    <a:cubicBezTo>
                      <a:pt x="12558" y="17194"/>
                      <a:pt x="12558" y="16402"/>
                      <a:pt x="12558" y="15837"/>
                    </a:cubicBezTo>
                    <a:cubicBezTo>
                      <a:pt x="12558" y="15271"/>
                      <a:pt x="12558" y="14706"/>
                      <a:pt x="11993" y="14253"/>
                    </a:cubicBezTo>
                    <a:cubicBezTo>
                      <a:pt x="11427" y="13801"/>
                      <a:pt x="11201" y="13461"/>
                      <a:pt x="10635" y="13348"/>
                    </a:cubicBezTo>
                    <a:cubicBezTo>
                      <a:pt x="10069" y="13235"/>
                      <a:pt x="9277" y="12783"/>
                      <a:pt x="8485" y="12556"/>
                    </a:cubicBezTo>
                    <a:lnTo>
                      <a:pt x="5996" y="11764"/>
                    </a:lnTo>
                    <a:cubicBezTo>
                      <a:pt x="4299" y="11425"/>
                      <a:pt x="2942" y="10633"/>
                      <a:pt x="2036" y="9615"/>
                    </a:cubicBezTo>
                    <a:cubicBezTo>
                      <a:pt x="1131" y="8597"/>
                      <a:pt x="452" y="7466"/>
                      <a:pt x="452" y="6222"/>
                    </a:cubicBezTo>
                    <a:cubicBezTo>
                      <a:pt x="452" y="4977"/>
                      <a:pt x="792" y="3959"/>
                      <a:pt x="1358" y="2941"/>
                    </a:cubicBezTo>
                    <a:cubicBezTo>
                      <a:pt x="1923" y="1923"/>
                      <a:pt x="2942" y="1357"/>
                      <a:pt x="4073" y="792"/>
                    </a:cubicBezTo>
                    <a:cubicBezTo>
                      <a:pt x="5204" y="226"/>
                      <a:pt x="6336" y="0"/>
                      <a:pt x="7920" y="0"/>
                    </a:cubicBezTo>
                    <a:cubicBezTo>
                      <a:pt x="9504" y="0"/>
                      <a:pt x="10635" y="226"/>
                      <a:pt x="11766" y="792"/>
                    </a:cubicBezTo>
                    <a:cubicBezTo>
                      <a:pt x="12898" y="1357"/>
                      <a:pt x="13690" y="1923"/>
                      <a:pt x="14256" y="2941"/>
                    </a:cubicBezTo>
                    <a:cubicBezTo>
                      <a:pt x="14821" y="3959"/>
                      <a:pt x="15161" y="4864"/>
                      <a:pt x="15161" y="5995"/>
                    </a:cubicBezTo>
                    <a:lnTo>
                      <a:pt x="12106" y="5995"/>
                    </a:lnTo>
                    <a:cubicBezTo>
                      <a:pt x="12106" y="5090"/>
                      <a:pt x="11540" y="4299"/>
                      <a:pt x="10748" y="3733"/>
                    </a:cubicBezTo>
                    <a:cubicBezTo>
                      <a:pt x="9956" y="3167"/>
                      <a:pt x="9051" y="2941"/>
                      <a:pt x="7693" y="2941"/>
                    </a:cubicBezTo>
                    <a:cubicBezTo>
                      <a:pt x="6336" y="2941"/>
                      <a:pt x="6109" y="2941"/>
                      <a:pt x="5431" y="3280"/>
                    </a:cubicBezTo>
                    <a:cubicBezTo>
                      <a:pt x="4752" y="3620"/>
                      <a:pt x="4299" y="3846"/>
                      <a:pt x="3847" y="4412"/>
                    </a:cubicBezTo>
                    <a:cubicBezTo>
                      <a:pt x="3394" y="4977"/>
                      <a:pt x="3281" y="5317"/>
                      <a:pt x="3281" y="5995"/>
                    </a:cubicBezTo>
                    <a:cubicBezTo>
                      <a:pt x="3281" y="6674"/>
                      <a:pt x="3507" y="7127"/>
                      <a:pt x="3847" y="7579"/>
                    </a:cubicBezTo>
                    <a:cubicBezTo>
                      <a:pt x="4186" y="8032"/>
                      <a:pt x="4752" y="8371"/>
                      <a:pt x="5431" y="8484"/>
                    </a:cubicBezTo>
                    <a:cubicBezTo>
                      <a:pt x="6109" y="8597"/>
                      <a:pt x="6562" y="8823"/>
                      <a:pt x="7128" y="9050"/>
                    </a:cubicBezTo>
                    <a:lnTo>
                      <a:pt x="9277" y="9615"/>
                    </a:lnTo>
                    <a:cubicBezTo>
                      <a:pt x="9843" y="9615"/>
                      <a:pt x="10635" y="9955"/>
                      <a:pt x="11427" y="10407"/>
                    </a:cubicBezTo>
                    <a:cubicBezTo>
                      <a:pt x="12219" y="10860"/>
                      <a:pt x="12785" y="10973"/>
                      <a:pt x="13350" y="11538"/>
                    </a:cubicBezTo>
                    <a:cubicBezTo>
                      <a:pt x="13916" y="12104"/>
                      <a:pt x="14482" y="12443"/>
                      <a:pt x="14934" y="13235"/>
                    </a:cubicBezTo>
                    <a:cubicBezTo>
                      <a:pt x="15387" y="14027"/>
                      <a:pt x="15500" y="14819"/>
                      <a:pt x="15500" y="15724"/>
                    </a:cubicBezTo>
                    <a:cubicBezTo>
                      <a:pt x="15500" y="16629"/>
                      <a:pt x="15161" y="17986"/>
                      <a:pt x="14595" y="19004"/>
                    </a:cubicBezTo>
                    <a:cubicBezTo>
                      <a:pt x="14029" y="20022"/>
                      <a:pt x="13011" y="20701"/>
                      <a:pt x="11880" y="21153"/>
                    </a:cubicBezTo>
                    <a:cubicBezTo>
                      <a:pt x="10748" y="21606"/>
                      <a:pt x="9390" y="21945"/>
                      <a:pt x="7693" y="21945"/>
                    </a:cubicBezTo>
                    <a:lnTo>
                      <a:pt x="7920" y="21719"/>
                    </a:lnTo>
                    <a:lnTo>
                      <a:pt x="7806" y="21719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53FDE4D3-8D7A-3AD3-2085-C57991C38B0A}"/>
                  </a:ext>
                </a:extLst>
              </p:cNvPr>
              <p:cNvSpPr/>
              <p:nvPr/>
            </p:nvSpPr>
            <p:spPr>
              <a:xfrm>
                <a:off x="1662691" y="6843909"/>
                <a:ext cx="21949" cy="21266"/>
              </a:xfrm>
              <a:custGeom>
                <a:avLst/>
                <a:gdLst>
                  <a:gd name="connsiteX0" fmla="*/ 339 w 21949"/>
                  <a:gd name="connsiteY0" fmla="*/ 21040 h 21266"/>
                  <a:gd name="connsiteX1" fmla="*/ 339 w 21949"/>
                  <a:gd name="connsiteY1" fmla="*/ 0 h 21266"/>
                  <a:gd name="connsiteX2" fmla="*/ 5091 w 21949"/>
                  <a:gd name="connsiteY2" fmla="*/ 0 h 21266"/>
                  <a:gd name="connsiteX3" fmla="*/ 9730 w 21949"/>
                  <a:gd name="connsiteY3" fmla="*/ 11991 h 21266"/>
                  <a:gd name="connsiteX4" fmla="*/ 10069 w 21949"/>
                  <a:gd name="connsiteY4" fmla="*/ 13348 h 21266"/>
                  <a:gd name="connsiteX5" fmla="*/ 10635 w 21949"/>
                  <a:gd name="connsiteY5" fmla="*/ 15045 h 21266"/>
                  <a:gd name="connsiteX6" fmla="*/ 11201 w 21949"/>
                  <a:gd name="connsiteY6" fmla="*/ 16968 h 21266"/>
                  <a:gd name="connsiteX7" fmla="*/ 11540 w 21949"/>
                  <a:gd name="connsiteY7" fmla="*/ 18665 h 21266"/>
                  <a:gd name="connsiteX8" fmla="*/ 10748 w 21949"/>
                  <a:gd name="connsiteY8" fmla="*/ 18665 h 21266"/>
                  <a:gd name="connsiteX9" fmla="*/ 11088 w 21949"/>
                  <a:gd name="connsiteY9" fmla="*/ 16968 h 21266"/>
                  <a:gd name="connsiteX10" fmla="*/ 11653 w 21949"/>
                  <a:gd name="connsiteY10" fmla="*/ 15045 h 21266"/>
                  <a:gd name="connsiteX11" fmla="*/ 12219 w 21949"/>
                  <a:gd name="connsiteY11" fmla="*/ 13348 h 21266"/>
                  <a:gd name="connsiteX12" fmla="*/ 12559 w 21949"/>
                  <a:gd name="connsiteY12" fmla="*/ 11991 h 21266"/>
                  <a:gd name="connsiteX13" fmla="*/ 17197 w 21949"/>
                  <a:gd name="connsiteY13" fmla="*/ 0 h 21266"/>
                  <a:gd name="connsiteX14" fmla="*/ 21949 w 21949"/>
                  <a:gd name="connsiteY14" fmla="*/ 0 h 21266"/>
                  <a:gd name="connsiteX15" fmla="*/ 21949 w 21949"/>
                  <a:gd name="connsiteY15" fmla="*/ 21040 h 21266"/>
                  <a:gd name="connsiteX16" fmla="*/ 18668 w 21949"/>
                  <a:gd name="connsiteY16" fmla="*/ 21040 h 21266"/>
                  <a:gd name="connsiteX17" fmla="*/ 18668 w 21949"/>
                  <a:gd name="connsiteY17" fmla="*/ 2376 h 21266"/>
                  <a:gd name="connsiteX18" fmla="*/ 18894 w 21949"/>
                  <a:gd name="connsiteY18" fmla="*/ 2376 h 21266"/>
                  <a:gd name="connsiteX19" fmla="*/ 18329 w 21949"/>
                  <a:gd name="connsiteY19" fmla="*/ 4525 h 21266"/>
                  <a:gd name="connsiteX20" fmla="*/ 17763 w 21949"/>
                  <a:gd name="connsiteY20" fmla="*/ 6674 h 21266"/>
                  <a:gd name="connsiteX21" fmla="*/ 17197 w 21949"/>
                  <a:gd name="connsiteY21" fmla="*/ 8597 h 21266"/>
                  <a:gd name="connsiteX22" fmla="*/ 16632 w 21949"/>
                  <a:gd name="connsiteY22" fmla="*/ 9955 h 21266"/>
                  <a:gd name="connsiteX23" fmla="*/ 12445 w 21949"/>
                  <a:gd name="connsiteY23" fmla="*/ 21267 h 21266"/>
                  <a:gd name="connsiteX24" fmla="*/ 9730 w 21949"/>
                  <a:gd name="connsiteY24" fmla="*/ 21267 h 21266"/>
                  <a:gd name="connsiteX25" fmla="*/ 5318 w 21949"/>
                  <a:gd name="connsiteY25" fmla="*/ 9955 h 21266"/>
                  <a:gd name="connsiteX26" fmla="*/ 4752 w 21949"/>
                  <a:gd name="connsiteY26" fmla="*/ 8597 h 21266"/>
                  <a:gd name="connsiteX27" fmla="*/ 4186 w 21949"/>
                  <a:gd name="connsiteY27" fmla="*/ 6674 h 21266"/>
                  <a:gd name="connsiteX28" fmla="*/ 3621 w 21949"/>
                  <a:gd name="connsiteY28" fmla="*/ 4525 h 21266"/>
                  <a:gd name="connsiteX29" fmla="*/ 2828 w 21949"/>
                  <a:gd name="connsiteY29" fmla="*/ 2376 h 21266"/>
                  <a:gd name="connsiteX30" fmla="*/ 3055 w 21949"/>
                  <a:gd name="connsiteY30" fmla="*/ 2376 h 21266"/>
                  <a:gd name="connsiteX31" fmla="*/ 3055 w 21949"/>
                  <a:gd name="connsiteY31" fmla="*/ 21040 h 21266"/>
                  <a:gd name="connsiteX32" fmla="*/ 0 w 21949"/>
                  <a:gd name="connsiteY32" fmla="*/ 21040 h 21266"/>
                  <a:gd name="connsiteX33" fmla="*/ 339 w 21949"/>
                  <a:gd name="connsiteY33" fmla="*/ 21040 h 21266"/>
                  <a:gd name="connsiteX34" fmla="*/ 339 w 21949"/>
                  <a:gd name="connsiteY34" fmla="*/ 21040 h 2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1949" h="21266">
                    <a:moveTo>
                      <a:pt x="339" y="21040"/>
                    </a:moveTo>
                    <a:lnTo>
                      <a:pt x="339" y="0"/>
                    </a:lnTo>
                    <a:lnTo>
                      <a:pt x="5091" y="0"/>
                    </a:lnTo>
                    <a:lnTo>
                      <a:pt x="9730" y="11991"/>
                    </a:lnTo>
                    <a:cubicBezTo>
                      <a:pt x="9730" y="12330"/>
                      <a:pt x="9956" y="12783"/>
                      <a:pt x="10069" y="13348"/>
                    </a:cubicBezTo>
                    <a:cubicBezTo>
                      <a:pt x="10183" y="13914"/>
                      <a:pt x="10409" y="14479"/>
                      <a:pt x="10635" y="15045"/>
                    </a:cubicBezTo>
                    <a:cubicBezTo>
                      <a:pt x="10861" y="15611"/>
                      <a:pt x="10975" y="16402"/>
                      <a:pt x="11201" y="16968"/>
                    </a:cubicBezTo>
                    <a:cubicBezTo>
                      <a:pt x="11427" y="17534"/>
                      <a:pt x="11540" y="18099"/>
                      <a:pt x="11540" y="18665"/>
                    </a:cubicBezTo>
                    <a:lnTo>
                      <a:pt x="10748" y="18665"/>
                    </a:lnTo>
                    <a:cubicBezTo>
                      <a:pt x="10748" y="18325"/>
                      <a:pt x="10975" y="17760"/>
                      <a:pt x="11088" y="16968"/>
                    </a:cubicBezTo>
                    <a:cubicBezTo>
                      <a:pt x="11201" y="16176"/>
                      <a:pt x="11427" y="15837"/>
                      <a:pt x="11653" y="15045"/>
                    </a:cubicBezTo>
                    <a:cubicBezTo>
                      <a:pt x="11880" y="14253"/>
                      <a:pt x="11993" y="13914"/>
                      <a:pt x="12219" y="13348"/>
                    </a:cubicBezTo>
                    <a:cubicBezTo>
                      <a:pt x="12445" y="12783"/>
                      <a:pt x="12559" y="12443"/>
                      <a:pt x="12559" y="11991"/>
                    </a:cubicBezTo>
                    <a:lnTo>
                      <a:pt x="17197" y="0"/>
                    </a:lnTo>
                    <a:lnTo>
                      <a:pt x="21949" y="0"/>
                    </a:lnTo>
                    <a:lnTo>
                      <a:pt x="21949" y="21040"/>
                    </a:lnTo>
                    <a:lnTo>
                      <a:pt x="18668" y="21040"/>
                    </a:lnTo>
                    <a:lnTo>
                      <a:pt x="18668" y="2376"/>
                    </a:lnTo>
                    <a:lnTo>
                      <a:pt x="18894" y="2376"/>
                    </a:lnTo>
                    <a:cubicBezTo>
                      <a:pt x="18894" y="3167"/>
                      <a:pt x="18555" y="3733"/>
                      <a:pt x="18329" y="4525"/>
                    </a:cubicBezTo>
                    <a:cubicBezTo>
                      <a:pt x="18102" y="5317"/>
                      <a:pt x="17989" y="5882"/>
                      <a:pt x="17763" y="6674"/>
                    </a:cubicBezTo>
                    <a:cubicBezTo>
                      <a:pt x="17537" y="7466"/>
                      <a:pt x="17423" y="8032"/>
                      <a:pt x="17197" y="8597"/>
                    </a:cubicBezTo>
                    <a:cubicBezTo>
                      <a:pt x="16971" y="9163"/>
                      <a:pt x="16858" y="9502"/>
                      <a:pt x="16632" y="9955"/>
                    </a:cubicBezTo>
                    <a:lnTo>
                      <a:pt x="12445" y="21267"/>
                    </a:lnTo>
                    <a:lnTo>
                      <a:pt x="9730" y="21267"/>
                    </a:lnTo>
                    <a:lnTo>
                      <a:pt x="5318" y="9955"/>
                    </a:lnTo>
                    <a:cubicBezTo>
                      <a:pt x="5318" y="9615"/>
                      <a:pt x="4978" y="9163"/>
                      <a:pt x="4752" y="8597"/>
                    </a:cubicBezTo>
                    <a:cubicBezTo>
                      <a:pt x="4526" y="8032"/>
                      <a:pt x="4412" y="7466"/>
                      <a:pt x="4186" y="6674"/>
                    </a:cubicBezTo>
                    <a:cubicBezTo>
                      <a:pt x="3960" y="5882"/>
                      <a:pt x="3847" y="5317"/>
                      <a:pt x="3621" y="4525"/>
                    </a:cubicBezTo>
                    <a:cubicBezTo>
                      <a:pt x="3394" y="3733"/>
                      <a:pt x="3281" y="2941"/>
                      <a:pt x="2828" y="2376"/>
                    </a:cubicBezTo>
                    <a:lnTo>
                      <a:pt x="3055" y="2376"/>
                    </a:lnTo>
                    <a:lnTo>
                      <a:pt x="3055" y="21040"/>
                    </a:lnTo>
                    <a:lnTo>
                      <a:pt x="0" y="21040"/>
                    </a:lnTo>
                    <a:lnTo>
                      <a:pt x="339" y="21040"/>
                    </a:lnTo>
                    <a:lnTo>
                      <a:pt x="339" y="21040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F27B025-A1AC-5A48-9B8B-83A1DF41DFBF}"/>
              </a:ext>
            </a:extLst>
          </p:cNvPr>
          <p:cNvGrpSpPr/>
          <p:nvPr/>
        </p:nvGrpSpPr>
        <p:grpSpPr>
          <a:xfrm>
            <a:off x="6575344" y="3799333"/>
            <a:ext cx="2692481" cy="2150620"/>
            <a:chOff x="8107686" y="3508443"/>
            <a:chExt cx="3957010" cy="316066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46FA8D1-1362-DE8B-7064-5CDBDED1E891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CC103B1-0F1D-7374-3C8F-DE8A699C175A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A155AE2-72C4-83B0-F2ED-69B5472363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32A91205-1260-A548-2794-A1CAA6B1D8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329839412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84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-left-with-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83531A-AA96-44AC-74CD-2BAAA14D5E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5727" y="4260926"/>
            <a:ext cx="5205757" cy="3932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450"/>
              </a:spcAft>
              <a:buNone/>
              <a:defRPr sz="938" b="0" i="0">
                <a:solidFill>
                  <a:schemeClr val="bg1">
                    <a:lumMod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Footnote or reference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A3035D-339F-CC3C-6361-4527189849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216012" y="1151773"/>
            <a:ext cx="2656117" cy="2656118"/>
          </a:xfrm>
          <a:prstGeom prst="ellipse">
            <a:avLst/>
          </a:prstGeom>
          <a:noFill/>
        </p:spPr>
        <p:txBody>
          <a:bodyPr anchor="ctr" anchorCtr="0"/>
          <a:lstStyle>
            <a:lvl1pPr marL="0" indent="0" algn="ctr">
              <a:buNone/>
              <a:defRPr sz="1350"/>
            </a:lvl1pPr>
          </a:lstStyle>
          <a:p>
            <a:r>
              <a:rPr lang="en-US"/>
              <a:t>Click to insert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66E3729-EE6E-FEB3-45AA-157FBE24D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2709757-85FD-503C-B32B-11858BE286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92069380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mber-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B9AFF40-290C-E8F7-FB68-AC644D08ACA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3069" y="0"/>
            <a:ext cx="3050931" cy="5143500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F0B130C-7770-0B8B-489C-49EFA559DF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4432" y="1194122"/>
            <a:ext cx="4628642" cy="295488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None/>
              <a:defRPr sz="1238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/>
            <a:r>
              <a:rPr lang="en-US"/>
              <a:t>Add text here lorem ipsum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53C76B-EC6E-9D0F-24C0-DD7245F201EF}"/>
              </a:ext>
            </a:extLst>
          </p:cNvPr>
          <p:cNvGrpSpPr/>
          <p:nvPr/>
        </p:nvGrpSpPr>
        <p:grpSpPr>
          <a:xfrm rot="10800000">
            <a:off x="85725" y="-509996"/>
            <a:ext cx="1883556" cy="1504491"/>
            <a:chOff x="8107686" y="3508443"/>
            <a:chExt cx="3957010" cy="316066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85F51952-00C3-50A7-376E-958B81DD95C3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91BF20A-72C2-50DD-8E6A-1E18F19D3848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344191181"/>
      </p:ext>
    </p:extLst>
  </p:cSld>
  <p:clrMapOvr>
    <a:masterClrMapping/>
  </p:clrMapOvr>
  <p:hf sldNum="0" hdr="0" ftr="0" dt="0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-text-image-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F810DF6-A440-F1D4-F4C7-E4451EED15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9667" y="1992085"/>
            <a:ext cx="4017533" cy="2385138"/>
          </a:xfrm>
          <a:prstGeom prst="rect">
            <a:avLst/>
          </a:prstGeom>
          <a:noFill/>
        </p:spPr>
        <p:txBody>
          <a:bodyPr lIns="0" tIns="91440" rIns="0" bIns="0" anchor="t" anchorCtr="0">
            <a:noAutofit/>
          </a:bodyPr>
          <a:lstStyle>
            <a:lvl1pPr marL="205740" indent="-20574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FBC64C-44ED-9A72-44D9-35EF614F5F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8618" y="1031433"/>
            <a:ext cx="4114800" cy="3569662"/>
          </a:xfrm>
          <a:prstGeom prst="roundRect">
            <a:avLst>
              <a:gd name="adj" fmla="val 6859"/>
            </a:avLst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21B7EBB-4D06-AEFB-69CB-B0026BD09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782" y="1663742"/>
            <a:ext cx="4028419" cy="24884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110000"/>
              </a:lnSpc>
              <a:buNone/>
              <a:defRPr sz="1500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Headline here position as needed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3BFD24-A470-E14D-E3E4-8B3592E2F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93446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69121B-3135-DB96-C910-106468FF2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590224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</p:spTree>
    <p:extLst>
      <p:ext uri="{BB962C8B-B14F-4D97-AF65-F5344CB8AC3E}">
        <p14:creationId xmlns:p14="http://schemas.microsoft.com/office/powerpoint/2010/main" val="292604318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nth-event-ne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FBC64C-44ED-9A72-44D9-35EF614F5F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04115" y="478972"/>
            <a:ext cx="3099303" cy="4122123"/>
          </a:xfrm>
          <a:prstGeom prst="roundRect">
            <a:avLst>
              <a:gd name="adj" fmla="val 5322"/>
            </a:avLst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63BFD24-A470-E14D-E3E4-8B3592E2F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534559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69121B-3135-DB96-C910-106468FF20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5337698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02AA090-2702-CFE2-520F-F35B18A74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404258"/>
            <a:ext cx="4793456" cy="2688770"/>
          </a:xfrm>
          <a:prstGeom prst="roundRect">
            <a:avLst>
              <a:gd name="adj" fmla="val 6121"/>
            </a:avLst>
          </a:prstGeom>
          <a:solidFill>
            <a:schemeClr val="accent4">
              <a:lumMod val="40000"/>
              <a:lumOff val="60000"/>
              <a:alpha val="59674"/>
            </a:schemeClr>
          </a:solidFill>
        </p:spPr>
        <p:txBody>
          <a:bodyPr lIns="182880" tIns="822960" rIns="182880" bIns="0" anchor="t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7DCCC6-C4B5-D527-8885-818281A304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4952" y="1687381"/>
            <a:ext cx="4394658" cy="27122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and place subhead</a:t>
            </a:r>
          </a:p>
        </p:txBody>
      </p:sp>
    </p:spTree>
    <p:extLst>
      <p:ext uri="{BB962C8B-B14F-4D97-AF65-F5344CB8AC3E}">
        <p14:creationId xmlns:p14="http://schemas.microsoft.com/office/powerpoint/2010/main" val="268473530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nth-event-news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EFBC64C-44ED-9A72-44D9-35EF614F5F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04115" y="478972"/>
            <a:ext cx="3099303" cy="4122123"/>
          </a:xfrm>
          <a:prstGeom prst="roundRect">
            <a:avLst>
              <a:gd name="adj" fmla="val 5322"/>
            </a:avLst>
          </a:prstGeom>
          <a:noFill/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A02AA090-2702-CFE2-520F-F35B18A74B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404258"/>
            <a:ext cx="4793456" cy="2872468"/>
          </a:xfrm>
          <a:prstGeom prst="round2DiagRect">
            <a:avLst>
              <a:gd name="adj1" fmla="val 7456"/>
              <a:gd name="adj2" fmla="val 0"/>
            </a:avLst>
          </a:prstGeom>
          <a:solidFill>
            <a:schemeClr val="accent1"/>
          </a:solidFill>
        </p:spPr>
        <p:txBody>
          <a:bodyPr lIns="182880" tIns="822960" rIns="182880" bIns="0" anchor="t" anchorCtr="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163" b="0" i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D7DCCC6-C4B5-D527-8885-818281A304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4952" y="1687381"/>
            <a:ext cx="4394658" cy="27122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and place subhead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07984A1-3640-7175-E719-0E85592052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5317288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Add Name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57DD443-4165-C611-FC7E-CAF3F431BF9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4F3D01-BBC3-9FF3-BD2F-DDB18D8256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788670"/>
            <a:ext cx="5317288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their title here</a:t>
            </a:r>
          </a:p>
        </p:txBody>
      </p:sp>
    </p:spTree>
    <p:extLst>
      <p:ext uri="{BB962C8B-B14F-4D97-AF65-F5344CB8AC3E}">
        <p14:creationId xmlns:p14="http://schemas.microsoft.com/office/powerpoint/2010/main" val="113064038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DD75B-1459-AE94-287C-071581B28CE4}"/>
              </a:ext>
            </a:extLst>
          </p:cNvPr>
          <p:cNvCxnSpPr/>
          <p:nvPr/>
        </p:nvCxnSpPr>
        <p:spPr>
          <a:xfrm>
            <a:off x="4572000" y="1570042"/>
            <a:ext cx="0" cy="2501531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BE77CED0-AB44-26F9-B250-A2C54AE29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243903"/>
            <a:ext cx="7737627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34A82628-ECAE-DCA4-A75A-80FEB8D893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8" y="589788"/>
            <a:ext cx="7241381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80A028BB-BEA3-4EC6-ACFA-5A2A27FF24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595438"/>
            <a:ext cx="4022440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043C4248-131B-679B-A6C0-8200A5FB67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4867" y="1595438"/>
            <a:ext cx="3976419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</p:spTree>
    <p:extLst>
      <p:ext uri="{BB962C8B-B14F-4D97-AF65-F5344CB8AC3E}">
        <p14:creationId xmlns:p14="http://schemas.microsoft.com/office/powerpoint/2010/main" val="107386964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-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2DA3EF-C31F-1224-2927-7F0A550DA0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595438"/>
            <a:ext cx="4022440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32BB702-7450-4AF6-7A07-2712EB695A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904867" y="1595438"/>
            <a:ext cx="3976419" cy="25860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Tx/>
              <a:buBlip>
                <a:blip r:embed="rId2"/>
              </a:buBlip>
              <a:defRPr sz="1238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C232399-9A58-CAD1-7C0A-5DE07310CF8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85BFFF-AD7A-021F-EA26-27E3F530AB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5" y="438912"/>
            <a:ext cx="779999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3C1692C-76B6-F615-9D51-E6CF6CD36FF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6412049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</p:spTree>
    <p:extLst>
      <p:ext uri="{BB962C8B-B14F-4D97-AF65-F5344CB8AC3E}">
        <p14:creationId xmlns:p14="http://schemas.microsoft.com/office/powerpoint/2010/main" val="229661695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in-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2DA3EF-C31F-1224-2927-7F0A550DA0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169268"/>
            <a:ext cx="4312459" cy="3438315"/>
          </a:xfrm>
          <a:prstGeom prst="roundRect">
            <a:avLst>
              <a:gd name="adj" fmla="val 6121"/>
            </a:avLst>
          </a:prstGeom>
          <a:solidFill>
            <a:schemeClr val="accent4">
              <a:lumMod val="40000"/>
              <a:lumOff val="60000"/>
              <a:alpha val="67000"/>
            </a:schemeClr>
          </a:solidFill>
        </p:spPr>
        <p:txBody>
          <a:bodyPr lIns="182880" tIns="0" rIns="9144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32BB702-7450-4AF6-7A07-2712EB695A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71226" y="1599922"/>
            <a:ext cx="2454222" cy="17714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2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60F51A3-A6D6-DC8E-3A2D-E5EDF5F2203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87573" y="1169268"/>
            <a:ext cx="1288801" cy="1540317"/>
          </a:xfrm>
          <a:prstGeom prst="roundRect">
            <a:avLst>
              <a:gd name="adj" fmla="val 6859"/>
            </a:avLst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35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13DBB3-E045-164F-2465-DE8B97B64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6247"/>
            <a:ext cx="724187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8906A75-9651-82F5-52D0-5393B7AAD6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71227" y="1219142"/>
            <a:ext cx="2569979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here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442236D4-55C8-C07E-3202-F8787DEFD1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1226" y="3629776"/>
            <a:ext cx="4005147" cy="9778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text or quote here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EAC908E-99E2-BFC5-F0E7-C8AB6AEC28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87572" y="2867698"/>
            <a:ext cx="1320684" cy="53288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1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Add caption or name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0E7C233-537A-F0BC-7CAB-C160256586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8600" y="2460744"/>
            <a:ext cx="3895075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and place subhead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8D7A919-5443-7080-ECB1-B0702F4B2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4832514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-employee-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2DA3EF-C31F-1224-2927-7F0A550DA08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5744" y="1230037"/>
            <a:ext cx="5146484" cy="1571551"/>
          </a:xfrm>
          <a:prstGeom prst="roundRect">
            <a:avLst>
              <a:gd name="adj" fmla="val 6121"/>
            </a:avLst>
          </a:prstGeom>
          <a:solidFill>
            <a:schemeClr val="accent4">
              <a:lumMod val="40000"/>
              <a:lumOff val="60000"/>
              <a:alpha val="74000"/>
            </a:schemeClr>
          </a:solidFill>
        </p:spPr>
        <p:txBody>
          <a:bodyPr lIns="182880" tIns="640080" rIns="91440" bIns="0" anchor="t" anchorCtr="0"/>
          <a:lstStyle>
            <a:lvl1pPr marL="214313" indent="-214313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2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32BB702-7450-4AF6-7A07-2712EB695A5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9962" y="3467014"/>
            <a:ext cx="4005146" cy="977807"/>
          </a:xfrm>
          <a:prstGeom prst="rect">
            <a:avLst/>
          </a:prstGeom>
        </p:spPr>
        <p:txBody>
          <a:bodyPr lIns="0" tIns="0" rIns="0" bIns="0" anchor="t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3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160F51A3-A6D6-DC8E-3A2D-E5EDF5F2203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422262" y="861143"/>
            <a:ext cx="2096502" cy="209650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buNone/>
              <a:defRPr sz="1350"/>
            </a:lvl1pPr>
          </a:lstStyle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13DBB3-E045-164F-2465-DE8B97B64C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6247"/>
            <a:ext cx="5979029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Add Name Here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8906A75-9651-82F5-52D0-5393B7AAD6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9963" y="3052756"/>
            <a:ext cx="4000430" cy="248841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past positions here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0E7C233-537A-F0BC-7CAB-C160256586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99962" y="1401212"/>
            <a:ext cx="4612373" cy="250922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responsibilities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8D7A919-5443-7080-ECB1-B0702F4B20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B6E163-FBC9-0E7D-1365-D55754D153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5979029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their title here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A27DDC4-43EF-037E-5CAF-70B2D54272A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81679" y="3467014"/>
            <a:ext cx="4005146" cy="937583"/>
          </a:xfrm>
          <a:prstGeom prst="rect">
            <a:avLst/>
          </a:prstGeom>
        </p:spPr>
        <p:txBody>
          <a:bodyPr lIns="0" tIns="0" rIns="0" bIns="0" anchor="t" anchorCtr="0"/>
          <a:lstStyle>
            <a:lvl1pPr marL="212598" indent="-212598">
              <a:lnSpc>
                <a:spcPct val="110000"/>
              </a:lnSpc>
              <a:spcBef>
                <a:spcPts val="0"/>
              </a:spcBef>
              <a:spcAft>
                <a:spcPts val="675"/>
              </a:spcAft>
              <a:buFontTx/>
              <a:buBlip>
                <a:blip r:embed="rId3"/>
              </a:buBlip>
              <a:defRPr sz="1163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 make key words bold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DBA05FB-B658-8F01-81C7-F384E684E25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886393" y="3052755"/>
            <a:ext cx="3632368" cy="291649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425" b="0" i="0">
                <a:solidFill>
                  <a:schemeClr val="accent2"/>
                </a:solidFill>
                <a:latin typeface="Frank Ruhl Libre Medium" pitchFamily="2" charset="-79"/>
                <a:ea typeface="Frank Ruhl Libre Medium" pitchFamily="2" charset="-79"/>
                <a:cs typeface="Frank Ruhl Libre Medium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personal, hobbies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0523A7-FC00-F0EC-4E8A-C0A8435141A0}"/>
              </a:ext>
            </a:extLst>
          </p:cNvPr>
          <p:cNvCxnSpPr/>
          <p:nvPr/>
        </p:nvCxnSpPr>
        <p:spPr>
          <a:xfrm>
            <a:off x="4670385" y="3034468"/>
            <a:ext cx="0" cy="1410353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183819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49D61E8-F24F-D979-A0A6-C71638FD01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789235"/>
            <a:ext cx="7820356" cy="90572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185166" indent="-342900">
              <a:lnSpc>
                <a:spcPct val="90000"/>
              </a:lnSpc>
              <a:defRPr sz="3225" b="0" i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r>
              <a:rPr lang="en-US"/>
              <a:t>“Click to edit text and highlight key words with orange.”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9353B74F-6183-533C-FEF6-36DECB4D72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0301" y="3023498"/>
            <a:ext cx="4148799" cy="44886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350" b="0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 algn="r">
              <a:buNone/>
              <a:defRPr>
                <a:solidFill>
                  <a:schemeClr val="bg1"/>
                </a:solidFill>
              </a:defRPr>
            </a:lvl2pPr>
            <a:lvl3pPr marL="685800" indent="0" algn="r">
              <a:buNone/>
              <a:defRPr>
                <a:solidFill>
                  <a:schemeClr val="bg1"/>
                </a:solidFill>
              </a:defRPr>
            </a:lvl3pPr>
            <a:lvl4pPr marL="1028700" indent="0" algn="r">
              <a:buNone/>
              <a:defRPr>
                <a:solidFill>
                  <a:schemeClr val="bg1"/>
                </a:solidFill>
              </a:defRPr>
            </a:lvl4pPr>
            <a:lvl5pPr marL="1371600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— Author Name, Title, Company Here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8B93168-8328-9A9B-56E4-00FB3A4F47DB}"/>
              </a:ext>
            </a:extLst>
          </p:cNvPr>
          <p:cNvGrpSpPr/>
          <p:nvPr/>
        </p:nvGrpSpPr>
        <p:grpSpPr>
          <a:xfrm>
            <a:off x="6561106" y="3762375"/>
            <a:ext cx="2485250" cy="1985095"/>
            <a:chOff x="8107686" y="3508443"/>
            <a:chExt cx="3957010" cy="3160663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C4ABCACF-5327-41DE-6207-0EF62067F66A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026D91D-406F-13CB-1A74-95A0137ED2F3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05420977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B73393-6DC5-CED7-1AF8-C258AF470ABE}"/>
              </a:ext>
            </a:extLst>
          </p:cNvPr>
          <p:cNvSpPr/>
          <p:nvPr/>
        </p:nvSpPr>
        <p:spPr>
          <a:xfrm>
            <a:off x="-930" y="4771329"/>
            <a:ext cx="3919787" cy="355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0" name="Google Shape;24;p11">
            <a:extLst>
              <a:ext uri="{FF2B5EF4-FFF2-40B4-BE49-F238E27FC236}">
                <a16:creationId xmlns:a16="http://schemas.microsoft.com/office/drawing/2014/main" id="{E75089D2-54A2-D117-BB04-D9DC0D251727}"/>
              </a:ext>
            </a:extLst>
          </p:cNvPr>
          <p:cNvSpPr txBox="1"/>
          <p:nvPr/>
        </p:nvSpPr>
        <p:spPr>
          <a:xfrm>
            <a:off x="377190" y="4882896"/>
            <a:ext cx="3139533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3"/>
              <a:buFont typeface="Proxima Nova"/>
              <a:buNone/>
            </a:pPr>
            <a:r>
              <a:rPr lang="en-US" sz="600" b="0" i="0" u="none" strike="noStrike">
                <a:solidFill>
                  <a:schemeClr val="accent1">
                    <a:alpha val="60000"/>
                  </a:schemeClr>
                </a:solidFill>
                <a:effectLst/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 u="none" strike="noStrike" cap="none">
                <a:solidFill>
                  <a:schemeClr val="accent1">
                    <a:alpha val="6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  <a:endParaRPr sz="600" b="0" i="0" u="none" strike="noStrike" cap="none">
              <a:solidFill>
                <a:schemeClr val="accent1">
                  <a:alpha val="60000"/>
                </a:schemeClr>
              </a:solidFill>
              <a:latin typeface="Segoe UI Semilight" panose="020B0402040204020203" pitchFamily="34" charset="0"/>
              <a:ea typeface="Proxima Nova Rg"/>
              <a:cs typeface="Segoe UI Semilight" panose="020B0402040204020203" pitchFamily="34" charset="0"/>
              <a:sym typeface="Proxima Nova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E13C56-C2F4-B1E0-C110-3CCE47813E48}"/>
              </a:ext>
            </a:extLst>
          </p:cNvPr>
          <p:cNvGrpSpPr/>
          <p:nvPr/>
        </p:nvGrpSpPr>
        <p:grpSpPr>
          <a:xfrm>
            <a:off x="248340" y="1721810"/>
            <a:ext cx="1689092" cy="288036"/>
            <a:chOff x="510709" y="1902047"/>
            <a:chExt cx="2252123" cy="384048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69C92A8-3A7B-FBD6-E514-3830A0D8F8F3}"/>
                </a:ext>
              </a:extLst>
            </p:cNvPr>
            <p:cNvSpPr/>
            <p:nvPr userDrawn="1"/>
          </p:nvSpPr>
          <p:spPr>
            <a:xfrm>
              <a:off x="2515251" y="1922764"/>
              <a:ext cx="123455" cy="217419"/>
            </a:xfrm>
            <a:custGeom>
              <a:avLst/>
              <a:gdLst>
                <a:gd name="connsiteX0" fmla="*/ 141922 w 141921"/>
                <a:gd name="connsiteY0" fmla="*/ 249940 h 249939"/>
                <a:gd name="connsiteX1" fmla="*/ 122417 w 141921"/>
                <a:gd name="connsiteY1" fmla="*/ 249940 h 249939"/>
                <a:gd name="connsiteX2" fmla="*/ 122417 w 141921"/>
                <a:gd name="connsiteY2" fmla="*/ 126763 h 249939"/>
                <a:gd name="connsiteX3" fmla="*/ 78532 w 141921"/>
                <a:gd name="connsiteY3" fmla="*/ 82204 h 249939"/>
                <a:gd name="connsiteX4" fmla="*/ 19505 w 141921"/>
                <a:gd name="connsiteY4" fmla="*/ 113190 h 249939"/>
                <a:gd name="connsiteX5" fmla="*/ 19505 w 141921"/>
                <a:gd name="connsiteY5" fmla="*/ 249940 h 249939"/>
                <a:gd name="connsiteX6" fmla="*/ 0 w 141921"/>
                <a:gd name="connsiteY6" fmla="*/ 249940 h 249939"/>
                <a:gd name="connsiteX7" fmla="*/ 0 w 141921"/>
                <a:gd name="connsiteY7" fmla="*/ 0 h 249939"/>
                <a:gd name="connsiteX8" fmla="*/ 19505 w 141921"/>
                <a:gd name="connsiteY8" fmla="*/ 0 h 249939"/>
                <a:gd name="connsiteX9" fmla="*/ 19505 w 141921"/>
                <a:gd name="connsiteY9" fmla="*/ 96288 h 249939"/>
                <a:gd name="connsiteX10" fmla="*/ 84948 w 141921"/>
                <a:gd name="connsiteY10" fmla="*/ 64534 h 249939"/>
                <a:gd name="connsiteX11" fmla="*/ 141922 w 141921"/>
                <a:gd name="connsiteY11" fmla="*/ 122665 h 249939"/>
                <a:gd name="connsiteX12" fmla="*/ 141922 w 141921"/>
                <a:gd name="connsiteY12" fmla="*/ 249940 h 249939"/>
                <a:gd name="connsiteX13" fmla="*/ 141922 w 141921"/>
                <a:gd name="connsiteY13" fmla="*/ 249940 h 24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1921" h="249939">
                  <a:moveTo>
                    <a:pt x="141922" y="249940"/>
                  </a:moveTo>
                  <a:lnTo>
                    <a:pt x="122417" y="249940"/>
                  </a:lnTo>
                  <a:lnTo>
                    <a:pt x="122417" y="126763"/>
                  </a:lnTo>
                  <a:cubicBezTo>
                    <a:pt x="122417" y="91935"/>
                    <a:pt x="104709" y="82204"/>
                    <a:pt x="78532" y="82204"/>
                  </a:cubicBezTo>
                  <a:cubicBezTo>
                    <a:pt x="52355" y="82204"/>
                    <a:pt x="31310" y="96801"/>
                    <a:pt x="19505" y="113190"/>
                  </a:cubicBezTo>
                  <a:lnTo>
                    <a:pt x="19505" y="249940"/>
                  </a:lnTo>
                  <a:lnTo>
                    <a:pt x="0" y="249940"/>
                  </a:lnTo>
                  <a:lnTo>
                    <a:pt x="0" y="0"/>
                  </a:lnTo>
                  <a:lnTo>
                    <a:pt x="19505" y="0"/>
                  </a:lnTo>
                  <a:lnTo>
                    <a:pt x="19505" y="96288"/>
                  </a:lnTo>
                  <a:cubicBezTo>
                    <a:pt x="32593" y="80667"/>
                    <a:pt x="58514" y="64534"/>
                    <a:pt x="84948" y="64534"/>
                  </a:cubicBezTo>
                  <a:cubicBezTo>
                    <a:pt x="111382" y="64534"/>
                    <a:pt x="141922" y="81691"/>
                    <a:pt x="141922" y="122665"/>
                  </a:cubicBezTo>
                  <a:lnTo>
                    <a:pt x="141922" y="249940"/>
                  </a:lnTo>
                  <a:lnTo>
                    <a:pt x="141922" y="24994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E0908B9-0F80-163A-07D1-A4CD8CDCCED5}"/>
                </a:ext>
              </a:extLst>
            </p:cNvPr>
            <p:cNvSpPr/>
            <p:nvPr userDrawn="1"/>
          </p:nvSpPr>
          <p:spPr>
            <a:xfrm>
              <a:off x="2402511" y="1939694"/>
              <a:ext cx="83941" cy="204275"/>
            </a:xfrm>
            <a:custGeom>
              <a:avLst/>
              <a:gdLst>
                <a:gd name="connsiteX0" fmla="*/ 65700 w 96496"/>
                <a:gd name="connsiteY0" fmla="*/ 234831 h 234830"/>
                <a:gd name="connsiteX1" fmla="*/ 30027 w 96496"/>
                <a:gd name="connsiteY1" fmla="*/ 195394 h 234830"/>
                <a:gd name="connsiteX2" fmla="*/ 30027 w 96496"/>
                <a:gd name="connsiteY2" fmla="*/ 66582 h 234830"/>
                <a:gd name="connsiteX3" fmla="*/ 0 w 96496"/>
                <a:gd name="connsiteY3" fmla="*/ 66582 h 234830"/>
                <a:gd name="connsiteX4" fmla="*/ 0 w 96496"/>
                <a:gd name="connsiteY4" fmla="*/ 49425 h 234830"/>
                <a:gd name="connsiteX5" fmla="*/ 30027 w 96496"/>
                <a:gd name="connsiteY5" fmla="*/ 49425 h 234830"/>
                <a:gd name="connsiteX6" fmla="*/ 30027 w 96496"/>
                <a:gd name="connsiteY6" fmla="*/ 0 h 234830"/>
                <a:gd name="connsiteX7" fmla="*/ 50045 w 96496"/>
                <a:gd name="connsiteY7" fmla="*/ 0 h 234830"/>
                <a:gd name="connsiteX8" fmla="*/ 50045 w 96496"/>
                <a:gd name="connsiteY8" fmla="*/ 49425 h 234830"/>
                <a:gd name="connsiteX9" fmla="*/ 86744 w 96496"/>
                <a:gd name="connsiteY9" fmla="*/ 49425 h 234830"/>
                <a:gd name="connsiteX10" fmla="*/ 86744 w 96496"/>
                <a:gd name="connsiteY10" fmla="*/ 66582 h 234830"/>
                <a:gd name="connsiteX11" fmla="*/ 50045 w 96496"/>
                <a:gd name="connsiteY11" fmla="*/ 66582 h 234830"/>
                <a:gd name="connsiteX12" fmla="*/ 50045 w 96496"/>
                <a:gd name="connsiteY12" fmla="*/ 192321 h 234830"/>
                <a:gd name="connsiteX13" fmla="*/ 68780 w 96496"/>
                <a:gd name="connsiteY13" fmla="*/ 217161 h 234830"/>
                <a:gd name="connsiteX14" fmla="*/ 89054 w 96496"/>
                <a:gd name="connsiteY14" fmla="*/ 208454 h 234830"/>
                <a:gd name="connsiteX15" fmla="*/ 96497 w 96496"/>
                <a:gd name="connsiteY15" fmla="*/ 223307 h 234830"/>
                <a:gd name="connsiteX16" fmla="*/ 65700 w 96496"/>
                <a:gd name="connsiteY16" fmla="*/ 234575 h 234830"/>
                <a:gd name="connsiteX17" fmla="*/ 65700 w 96496"/>
                <a:gd name="connsiteY17" fmla="*/ 234575 h 23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6496" h="234830">
                  <a:moveTo>
                    <a:pt x="65700" y="234831"/>
                  </a:moveTo>
                  <a:cubicBezTo>
                    <a:pt x="41576" y="234831"/>
                    <a:pt x="30027" y="220234"/>
                    <a:pt x="30027" y="195394"/>
                  </a:cubicBezTo>
                  <a:lnTo>
                    <a:pt x="30027" y="66582"/>
                  </a:lnTo>
                  <a:lnTo>
                    <a:pt x="0" y="66582"/>
                  </a:lnTo>
                  <a:lnTo>
                    <a:pt x="0" y="49425"/>
                  </a:lnTo>
                  <a:lnTo>
                    <a:pt x="30027" y="49425"/>
                  </a:lnTo>
                  <a:lnTo>
                    <a:pt x="30027" y="0"/>
                  </a:lnTo>
                  <a:lnTo>
                    <a:pt x="50045" y="0"/>
                  </a:lnTo>
                  <a:lnTo>
                    <a:pt x="50045" y="49425"/>
                  </a:lnTo>
                  <a:lnTo>
                    <a:pt x="86744" y="49425"/>
                  </a:lnTo>
                  <a:lnTo>
                    <a:pt x="86744" y="66582"/>
                  </a:lnTo>
                  <a:lnTo>
                    <a:pt x="50045" y="66582"/>
                  </a:lnTo>
                  <a:lnTo>
                    <a:pt x="50045" y="192321"/>
                  </a:lnTo>
                  <a:cubicBezTo>
                    <a:pt x="50045" y="206917"/>
                    <a:pt x="55948" y="217161"/>
                    <a:pt x="68780" y="217161"/>
                  </a:cubicBezTo>
                  <a:cubicBezTo>
                    <a:pt x="81612" y="217161"/>
                    <a:pt x="84948" y="213064"/>
                    <a:pt x="89054" y="208454"/>
                  </a:cubicBezTo>
                  <a:lnTo>
                    <a:pt x="96497" y="223307"/>
                  </a:lnTo>
                  <a:cubicBezTo>
                    <a:pt x="89311" y="229965"/>
                    <a:pt x="80842" y="234575"/>
                    <a:pt x="65700" y="234575"/>
                  </a:cubicBezTo>
                  <a:lnTo>
                    <a:pt x="65700" y="234575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4D249E9-5C2F-2866-3CC2-CA5B42A04E5B}"/>
                </a:ext>
              </a:extLst>
            </p:cNvPr>
            <p:cNvSpPr/>
            <p:nvPr userDrawn="1"/>
          </p:nvSpPr>
          <p:spPr>
            <a:xfrm>
              <a:off x="2355406" y="1922764"/>
              <a:ext cx="16966" cy="217419"/>
            </a:xfrm>
            <a:custGeom>
              <a:avLst/>
              <a:gdLst>
                <a:gd name="connsiteX0" fmla="*/ 0 w 19504"/>
                <a:gd name="connsiteY0" fmla="*/ 0 h 249939"/>
                <a:gd name="connsiteX1" fmla="*/ 19505 w 19504"/>
                <a:gd name="connsiteY1" fmla="*/ 0 h 249939"/>
                <a:gd name="connsiteX2" fmla="*/ 19505 w 19504"/>
                <a:gd name="connsiteY2" fmla="*/ 249940 h 249939"/>
                <a:gd name="connsiteX3" fmla="*/ 0 w 19504"/>
                <a:gd name="connsiteY3" fmla="*/ 249940 h 24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504" h="249939">
                  <a:moveTo>
                    <a:pt x="0" y="0"/>
                  </a:moveTo>
                  <a:lnTo>
                    <a:pt x="19505" y="0"/>
                  </a:lnTo>
                  <a:lnTo>
                    <a:pt x="19505" y="249940"/>
                  </a:lnTo>
                  <a:lnTo>
                    <a:pt x="0" y="24994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34719DB-85D4-2405-9F8E-49A186EC9455}"/>
                </a:ext>
              </a:extLst>
            </p:cNvPr>
            <p:cNvSpPr/>
            <p:nvPr userDrawn="1"/>
          </p:nvSpPr>
          <p:spPr>
            <a:xfrm>
              <a:off x="2176808" y="1979347"/>
              <a:ext cx="125688" cy="164846"/>
            </a:xfrm>
            <a:custGeom>
              <a:avLst/>
              <a:gdLst>
                <a:gd name="connsiteX0" fmla="*/ 70063 w 144488"/>
                <a:gd name="connsiteY0" fmla="*/ 173882 h 189503"/>
                <a:gd name="connsiteX1" fmla="*/ 124984 w 144488"/>
                <a:gd name="connsiteY1" fmla="*/ 149042 h 189503"/>
                <a:gd name="connsiteX2" fmla="*/ 124984 w 144488"/>
                <a:gd name="connsiteY2" fmla="*/ 109349 h 189503"/>
                <a:gd name="connsiteX3" fmla="*/ 70063 w 144488"/>
                <a:gd name="connsiteY3" fmla="*/ 84252 h 189503"/>
                <a:gd name="connsiteX4" fmla="*/ 20531 w 144488"/>
                <a:gd name="connsiteY4" fmla="*/ 129323 h 189503"/>
                <a:gd name="connsiteX5" fmla="*/ 70063 w 144488"/>
                <a:gd name="connsiteY5" fmla="*/ 173882 h 189503"/>
                <a:gd name="connsiteX6" fmla="*/ 144488 w 144488"/>
                <a:gd name="connsiteY6" fmla="*/ 184894 h 189503"/>
                <a:gd name="connsiteX7" fmla="*/ 124984 w 144488"/>
                <a:gd name="connsiteY7" fmla="*/ 184894 h 189503"/>
                <a:gd name="connsiteX8" fmla="*/ 124984 w 144488"/>
                <a:gd name="connsiteY8" fmla="*/ 163639 h 189503"/>
                <a:gd name="connsiteX9" fmla="*/ 63390 w 144488"/>
                <a:gd name="connsiteY9" fmla="*/ 189504 h 189503"/>
                <a:gd name="connsiteX10" fmla="*/ 0 w 144488"/>
                <a:gd name="connsiteY10" fmla="*/ 129323 h 189503"/>
                <a:gd name="connsiteX11" fmla="*/ 63390 w 144488"/>
                <a:gd name="connsiteY11" fmla="*/ 69399 h 189503"/>
                <a:gd name="connsiteX12" fmla="*/ 124984 w 144488"/>
                <a:gd name="connsiteY12" fmla="*/ 95264 h 189503"/>
                <a:gd name="connsiteX13" fmla="*/ 124984 w 144488"/>
                <a:gd name="connsiteY13" fmla="*/ 58644 h 189503"/>
                <a:gd name="connsiteX14" fmla="*/ 76479 w 144488"/>
                <a:gd name="connsiteY14" fmla="*/ 17158 h 189503"/>
                <a:gd name="connsiteX15" fmla="*/ 19505 w 144488"/>
                <a:gd name="connsiteY15" fmla="*/ 43791 h 189503"/>
                <a:gd name="connsiteX16" fmla="*/ 8726 w 144488"/>
                <a:gd name="connsiteY16" fmla="*/ 30218 h 189503"/>
                <a:gd name="connsiteX17" fmla="*/ 78532 w 144488"/>
                <a:gd name="connsiteY17" fmla="*/ 0 h 189503"/>
                <a:gd name="connsiteX18" fmla="*/ 144488 w 144488"/>
                <a:gd name="connsiteY18" fmla="*/ 58132 h 189503"/>
                <a:gd name="connsiteX19" fmla="*/ 144488 w 144488"/>
                <a:gd name="connsiteY19" fmla="*/ 185406 h 189503"/>
                <a:gd name="connsiteX20" fmla="*/ 144488 w 144488"/>
                <a:gd name="connsiteY20" fmla="*/ 184894 h 1895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4488" h="189503">
                  <a:moveTo>
                    <a:pt x="70063" y="173882"/>
                  </a:moveTo>
                  <a:cubicBezTo>
                    <a:pt x="91877" y="173882"/>
                    <a:pt x="112152" y="165688"/>
                    <a:pt x="124984" y="149042"/>
                  </a:cubicBezTo>
                  <a:lnTo>
                    <a:pt x="124984" y="109349"/>
                  </a:lnTo>
                  <a:cubicBezTo>
                    <a:pt x="112152" y="92447"/>
                    <a:pt x="91877" y="84252"/>
                    <a:pt x="70063" y="84252"/>
                  </a:cubicBezTo>
                  <a:cubicBezTo>
                    <a:pt x="48248" y="84252"/>
                    <a:pt x="20531" y="103459"/>
                    <a:pt x="20531" y="129323"/>
                  </a:cubicBezTo>
                  <a:cubicBezTo>
                    <a:pt x="20531" y="155188"/>
                    <a:pt x="40549" y="173882"/>
                    <a:pt x="70063" y="173882"/>
                  </a:cubicBezTo>
                  <a:close/>
                  <a:moveTo>
                    <a:pt x="144488" y="184894"/>
                  </a:moveTo>
                  <a:lnTo>
                    <a:pt x="124984" y="184894"/>
                  </a:lnTo>
                  <a:lnTo>
                    <a:pt x="124984" y="163639"/>
                  </a:lnTo>
                  <a:cubicBezTo>
                    <a:pt x="108815" y="181309"/>
                    <a:pt x="88541" y="189504"/>
                    <a:pt x="63390" y="189504"/>
                  </a:cubicBezTo>
                  <a:cubicBezTo>
                    <a:pt x="38239" y="189504"/>
                    <a:pt x="0" y="168248"/>
                    <a:pt x="0" y="129323"/>
                  </a:cubicBezTo>
                  <a:cubicBezTo>
                    <a:pt x="0" y="90398"/>
                    <a:pt x="31823" y="69399"/>
                    <a:pt x="63390" y="69399"/>
                  </a:cubicBezTo>
                  <a:cubicBezTo>
                    <a:pt x="94957" y="69399"/>
                    <a:pt x="109072" y="77594"/>
                    <a:pt x="124984" y="95264"/>
                  </a:cubicBezTo>
                  <a:lnTo>
                    <a:pt x="124984" y="58644"/>
                  </a:lnTo>
                  <a:cubicBezTo>
                    <a:pt x="124984" y="31755"/>
                    <a:pt x="103169" y="17158"/>
                    <a:pt x="76479" y="17158"/>
                  </a:cubicBezTo>
                  <a:cubicBezTo>
                    <a:pt x="49788" y="17158"/>
                    <a:pt x="35930" y="25096"/>
                    <a:pt x="19505" y="43791"/>
                  </a:cubicBezTo>
                  <a:lnTo>
                    <a:pt x="8726" y="30218"/>
                  </a:lnTo>
                  <a:cubicBezTo>
                    <a:pt x="27460" y="9987"/>
                    <a:pt x="48505" y="0"/>
                    <a:pt x="78532" y="0"/>
                  </a:cubicBezTo>
                  <a:cubicBezTo>
                    <a:pt x="108559" y="0"/>
                    <a:pt x="144488" y="17670"/>
                    <a:pt x="144488" y="58132"/>
                  </a:cubicBezTo>
                  <a:lnTo>
                    <a:pt x="144488" y="185406"/>
                  </a:lnTo>
                  <a:lnTo>
                    <a:pt x="144488" y="184894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A54A9A3-CB54-C278-6536-057E44113CD7}"/>
                </a:ext>
              </a:extLst>
            </p:cNvPr>
            <p:cNvSpPr/>
            <p:nvPr userDrawn="1"/>
          </p:nvSpPr>
          <p:spPr>
            <a:xfrm>
              <a:off x="1991065" y="1978678"/>
              <a:ext cx="150022" cy="165292"/>
            </a:xfrm>
            <a:custGeom>
              <a:avLst/>
              <a:gdLst>
                <a:gd name="connsiteX0" fmla="*/ 152701 w 172462"/>
                <a:gd name="connsiteY0" fmla="*/ 85789 h 190015"/>
                <a:gd name="connsiteX1" fmla="*/ 86744 w 172462"/>
                <a:gd name="connsiteY1" fmla="*/ 16902 h 190015"/>
                <a:gd name="connsiteX2" fmla="*/ 21045 w 172462"/>
                <a:gd name="connsiteY2" fmla="*/ 85789 h 190015"/>
                <a:gd name="connsiteX3" fmla="*/ 152701 w 172462"/>
                <a:gd name="connsiteY3" fmla="*/ 85789 h 190015"/>
                <a:gd name="connsiteX4" fmla="*/ 90594 w 172462"/>
                <a:gd name="connsiteY4" fmla="*/ 190016 h 190015"/>
                <a:gd name="connsiteX5" fmla="*/ 0 w 172462"/>
                <a:gd name="connsiteY5" fmla="*/ 94752 h 190015"/>
                <a:gd name="connsiteX6" fmla="*/ 87001 w 172462"/>
                <a:gd name="connsiteY6" fmla="*/ 0 h 190015"/>
                <a:gd name="connsiteX7" fmla="*/ 172462 w 172462"/>
                <a:gd name="connsiteY7" fmla="*/ 95776 h 190015"/>
                <a:gd name="connsiteX8" fmla="*/ 172462 w 172462"/>
                <a:gd name="connsiteY8" fmla="*/ 100898 h 190015"/>
                <a:gd name="connsiteX9" fmla="*/ 20788 w 172462"/>
                <a:gd name="connsiteY9" fmla="*/ 100898 h 190015"/>
                <a:gd name="connsiteX10" fmla="*/ 91621 w 172462"/>
                <a:gd name="connsiteY10" fmla="*/ 172858 h 190015"/>
                <a:gd name="connsiteX11" fmla="*/ 150904 w 172462"/>
                <a:gd name="connsiteY11" fmla="*/ 147762 h 190015"/>
                <a:gd name="connsiteX12" fmla="*/ 160913 w 172462"/>
                <a:gd name="connsiteY12" fmla="*/ 160566 h 190015"/>
                <a:gd name="connsiteX13" fmla="*/ 90081 w 172462"/>
                <a:gd name="connsiteY13" fmla="*/ 189760 h 190015"/>
                <a:gd name="connsiteX14" fmla="*/ 90594 w 172462"/>
                <a:gd name="connsiteY14" fmla="*/ 189760 h 19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2462" h="190015">
                  <a:moveTo>
                    <a:pt x="152701" y="85789"/>
                  </a:moveTo>
                  <a:cubicBezTo>
                    <a:pt x="152701" y="55058"/>
                    <a:pt x="132170" y="16902"/>
                    <a:pt x="86744" y="16902"/>
                  </a:cubicBezTo>
                  <a:cubicBezTo>
                    <a:pt x="41319" y="16902"/>
                    <a:pt x="22584" y="54290"/>
                    <a:pt x="21045" y="85789"/>
                  </a:cubicBezTo>
                  <a:lnTo>
                    <a:pt x="152701" y="85789"/>
                  </a:lnTo>
                  <a:close/>
                  <a:moveTo>
                    <a:pt x="90594" y="190016"/>
                  </a:moveTo>
                  <a:cubicBezTo>
                    <a:pt x="37726" y="190016"/>
                    <a:pt x="0" y="150579"/>
                    <a:pt x="0" y="94752"/>
                  </a:cubicBezTo>
                  <a:cubicBezTo>
                    <a:pt x="0" y="38925"/>
                    <a:pt x="36700" y="0"/>
                    <a:pt x="87001" y="0"/>
                  </a:cubicBezTo>
                  <a:cubicBezTo>
                    <a:pt x="137302" y="0"/>
                    <a:pt x="172462" y="43535"/>
                    <a:pt x="172462" y="95776"/>
                  </a:cubicBezTo>
                  <a:lnTo>
                    <a:pt x="172462" y="100898"/>
                  </a:lnTo>
                  <a:lnTo>
                    <a:pt x="20788" y="100898"/>
                  </a:lnTo>
                  <a:cubicBezTo>
                    <a:pt x="22584" y="140335"/>
                    <a:pt x="49018" y="172858"/>
                    <a:pt x="91621" y="172858"/>
                  </a:cubicBezTo>
                  <a:cubicBezTo>
                    <a:pt x="134223" y="172858"/>
                    <a:pt x="135506" y="164151"/>
                    <a:pt x="150904" y="147762"/>
                  </a:cubicBezTo>
                  <a:lnTo>
                    <a:pt x="160913" y="160566"/>
                  </a:lnTo>
                  <a:cubicBezTo>
                    <a:pt x="142949" y="179260"/>
                    <a:pt x="120108" y="189760"/>
                    <a:pt x="90081" y="189760"/>
                  </a:cubicBezTo>
                  <a:lnTo>
                    <a:pt x="90594" y="18976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B725B602-4225-F81A-10A8-51DD619BD913}"/>
                </a:ext>
              </a:extLst>
            </p:cNvPr>
            <p:cNvSpPr/>
            <p:nvPr userDrawn="1"/>
          </p:nvSpPr>
          <p:spPr>
            <a:xfrm>
              <a:off x="1823629" y="1922764"/>
              <a:ext cx="123455" cy="217419"/>
            </a:xfrm>
            <a:custGeom>
              <a:avLst/>
              <a:gdLst>
                <a:gd name="connsiteX0" fmla="*/ 141922 w 141921"/>
                <a:gd name="connsiteY0" fmla="*/ 249940 h 249939"/>
                <a:gd name="connsiteX1" fmla="*/ 122417 w 141921"/>
                <a:gd name="connsiteY1" fmla="*/ 249940 h 249939"/>
                <a:gd name="connsiteX2" fmla="*/ 122417 w 141921"/>
                <a:gd name="connsiteY2" fmla="*/ 126763 h 249939"/>
                <a:gd name="connsiteX3" fmla="*/ 78532 w 141921"/>
                <a:gd name="connsiteY3" fmla="*/ 82204 h 249939"/>
                <a:gd name="connsiteX4" fmla="*/ 19505 w 141921"/>
                <a:gd name="connsiteY4" fmla="*/ 113190 h 249939"/>
                <a:gd name="connsiteX5" fmla="*/ 19505 w 141921"/>
                <a:gd name="connsiteY5" fmla="*/ 249940 h 249939"/>
                <a:gd name="connsiteX6" fmla="*/ 0 w 141921"/>
                <a:gd name="connsiteY6" fmla="*/ 249940 h 249939"/>
                <a:gd name="connsiteX7" fmla="*/ 0 w 141921"/>
                <a:gd name="connsiteY7" fmla="*/ 0 h 249939"/>
                <a:gd name="connsiteX8" fmla="*/ 19505 w 141921"/>
                <a:gd name="connsiteY8" fmla="*/ 0 h 249939"/>
                <a:gd name="connsiteX9" fmla="*/ 19505 w 141921"/>
                <a:gd name="connsiteY9" fmla="*/ 96288 h 249939"/>
                <a:gd name="connsiteX10" fmla="*/ 84948 w 141921"/>
                <a:gd name="connsiteY10" fmla="*/ 64534 h 249939"/>
                <a:gd name="connsiteX11" fmla="*/ 141922 w 141921"/>
                <a:gd name="connsiteY11" fmla="*/ 122665 h 249939"/>
                <a:gd name="connsiteX12" fmla="*/ 141922 w 141921"/>
                <a:gd name="connsiteY12" fmla="*/ 249940 h 249939"/>
                <a:gd name="connsiteX13" fmla="*/ 141922 w 141921"/>
                <a:gd name="connsiteY13" fmla="*/ 249940 h 24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1921" h="249939">
                  <a:moveTo>
                    <a:pt x="141922" y="249940"/>
                  </a:moveTo>
                  <a:lnTo>
                    <a:pt x="122417" y="249940"/>
                  </a:lnTo>
                  <a:lnTo>
                    <a:pt x="122417" y="126763"/>
                  </a:lnTo>
                  <a:cubicBezTo>
                    <a:pt x="122417" y="91935"/>
                    <a:pt x="104709" y="82204"/>
                    <a:pt x="78532" y="82204"/>
                  </a:cubicBezTo>
                  <a:cubicBezTo>
                    <a:pt x="52354" y="82204"/>
                    <a:pt x="31310" y="96801"/>
                    <a:pt x="19505" y="113190"/>
                  </a:cubicBezTo>
                  <a:lnTo>
                    <a:pt x="19505" y="249940"/>
                  </a:lnTo>
                  <a:lnTo>
                    <a:pt x="0" y="249940"/>
                  </a:lnTo>
                  <a:lnTo>
                    <a:pt x="0" y="0"/>
                  </a:lnTo>
                  <a:lnTo>
                    <a:pt x="19505" y="0"/>
                  </a:lnTo>
                  <a:lnTo>
                    <a:pt x="19505" y="96288"/>
                  </a:lnTo>
                  <a:cubicBezTo>
                    <a:pt x="32593" y="80667"/>
                    <a:pt x="58514" y="64534"/>
                    <a:pt x="84948" y="64534"/>
                  </a:cubicBezTo>
                  <a:cubicBezTo>
                    <a:pt x="111382" y="64534"/>
                    <a:pt x="141922" y="81691"/>
                    <a:pt x="141922" y="122665"/>
                  </a:cubicBezTo>
                  <a:lnTo>
                    <a:pt x="141922" y="249940"/>
                  </a:lnTo>
                  <a:lnTo>
                    <a:pt x="141922" y="24994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51372F-CBB0-97DA-99EF-88A8DCAE7C2B}"/>
                </a:ext>
              </a:extLst>
            </p:cNvPr>
            <p:cNvSpPr/>
            <p:nvPr userDrawn="1"/>
          </p:nvSpPr>
          <p:spPr>
            <a:xfrm>
              <a:off x="1678742" y="1978678"/>
              <a:ext cx="85726" cy="161505"/>
            </a:xfrm>
            <a:custGeom>
              <a:avLst/>
              <a:gdLst>
                <a:gd name="connsiteX0" fmla="*/ 39523 w 98549"/>
                <a:gd name="connsiteY0" fmla="*/ 185662 h 185662"/>
                <a:gd name="connsiteX1" fmla="*/ 0 w 98549"/>
                <a:gd name="connsiteY1" fmla="*/ 185662 h 185662"/>
                <a:gd name="connsiteX2" fmla="*/ 0 w 98549"/>
                <a:gd name="connsiteY2" fmla="*/ 4610 h 185662"/>
                <a:gd name="connsiteX3" fmla="*/ 39523 w 98549"/>
                <a:gd name="connsiteY3" fmla="*/ 4610 h 185662"/>
                <a:gd name="connsiteX4" fmla="*/ 39523 w 98549"/>
                <a:gd name="connsiteY4" fmla="*/ 30730 h 185662"/>
                <a:gd name="connsiteX5" fmla="*/ 98550 w 98549"/>
                <a:gd name="connsiteY5" fmla="*/ 0 h 185662"/>
                <a:gd name="connsiteX6" fmla="*/ 98550 w 98549"/>
                <a:gd name="connsiteY6" fmla="*/ 38925 h 185662"/>
                <a:gd name="connsiteX7" fmla="*/ 86488 w 98549"/>
                <a:gd name="connsiteY7" fmla="*/ 37901 h 185662"/>
                <a:gd name="connsiteX8" fmla="*/ 39523 w 98549"/>
                <a:gd name="connsiteY8" fmla="*/ 62229 h 185662"/>
                <a:gd name="connsiteX9" fmla="*/ 39523 w 98549"/>
                <a:gd name="connsiteY9" fmla="*/ 185406 h 185662"/>
                <a:gd name="connsiteX10" fmla="*/ 39523 w 98549"/>
                <a:gd name="connsiteY10" fmla="*/ 185406 h 18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549" h="185662">
                  <a:moveTo>
                    <a:pt x="39523" y="185662"/>
                  </a:moveTo>
                  <a:lnTo>
                    <a:pt x="0" y="185662"/>
                  </a:lnTo>
                  <a:lnTo>
                    <a:pt x="0" y="4610"/>
                  </a:lnTo>
                  <a:lnTo>
                    <a:pt x="39523" y="4610"/>
                  </a:lnTo>
                  <a:lnTo>
                    <a:pt x="39523" y="30730"/>
                  </a:lnTo>
                  <a:cubicBezTo>
                    <a:pt x="53381" y="13573"/>
                    <a:pt x="75196" y="0"/>
                    <a:pt x="98550" y="0"/>
                  </a:cubicBezTo>
                  <a:lnTo>
                    <a:pt x="98550" y="38925"/>
                  </a:lnTo>
                  <a:cubicBezTo>
                    <a:pt x="95214" y="38157"/>
                    <a:pt x="91364" y="37901"/>
                    <a:pt x="86488" y="37901"/>
                  </a:cubicBezTo>
                  <a:cubicBezTo>
                    <a:pt x="69550" y="37901"/>
                    <a:pt x="47478" y="49169"/>
                    <a:pt x="39523" y="62229"/>
                  </a:cubicBezTo>
                  <a:lnTo>
                    <a:pt x="39523" y="185406"/>
                  </a:lnTo>
                  <a:lnTo>
                    <a:pt x="39523" y="185406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07E944-2E30-82BC-6543-B988A22B9935}"/>
                </a:ext>
              </a:extLst>
            </p:cNvPr>
            <p:cNvSpPr/>
            <p:nvPr userDrawn="1"/>
          </p:nvSpPr>
          <p:spPr>
            <a:xfrm>
              <a:off x="1487641" y="1978678"/>
              <a:ext cx="157389" cy="165292"/>
            </a:xfrm>
            <a:custGeom>
              <a:avLst/>
              <a:gdLst>
                <a:gd name="connsiteX0" fmla="*/ 142948 w 180931"/>
                <a:gd name="connsiteY0" fmla="*/ 79899 h 190015"/>
                <a:gd name="connsiteX1" fmla="*/ 91620 w 180931"/>
                <a:gd name="connsiteY1" fmla="*/ 32267 h 190015"/>
                <a:gd name="connsiteX2" fmla="*/ 41062 w 180931"/>
                <a:gd name="connsiteY2" fmla="*/ 79899 h 190015"/>
                <a:gd name="connsiteX3" fmla="*/ 143205 w 180931"/>
                <a:gd name="connsiteY3" fmla="*/ 79899 h 190015"/>
                <a:gd name="connsiteX4" fmla="*/ 143205 w 180931"/>
                <a:gd name="connsiteY4" fmla="*/ 79899 h 190015"/>
                <a:gd name="connsiteX5" fmla="*/ 94957 w 180931"/>
                <a:gd name="connsiteY5" fmla="*/ 190016 h 190015"/>
                <a:gd name="connsiteX6" fmla="*/ 0 w 180931"/>
                <a:gd name="connsiteY6" fmla="*/ 94752 h 190015"/>
                <a:gd name="connsiteX7" fmla="*/ 91877 w 180931"/>
                <a:gd name="connsiteY7" fmla="*/ 0 h 190015"/>
                <a:gd name="connsiteX8" fmla="*/ 180931 w 180931"/>
                <a:gd name="connsiteY8" fmla="*/ 98081 h 190015"/>
                <a:gd name="connsiteX9" fmla="*/ 180931 w 180931"/>
                <a:gd name="connsiteY9" fmla="*/ 107812 h 190015"/>
                <a:gd name="connsiteX10" fmla="*/ 41319 w 180931"/>
                <a:gd name="connsiteY10" fmla="*/ 107812 h 190015"/>
                <a:gd name="connsiteX11" fmla="*/ 98806 w 180931"/>
                <a:gd name="connsiteY11" fmla="*/ 157749 h 190015"/>
                <a:gd name="connsiteX12" fmla="*/ 150648 w 180931"/>
                <a:gd name="connsiteY12" fmla="*/ 137518 h 190015"/>
                <a:gd name="connsiteX13" fmla="*/ 168613 w 180931"/>
                <a:gd name="connsiteY13" fmla="*/ 163383 h 190015"/>
                <a:gd name="connsiteX14" fmla="*/ 94957 w 180931"/>
                <a:gd name="connsiteY14" fmla="*/ 190016 h 190015"/>
                <a:gd name="connsiteX15" fmla="*/ 94957 w 180931"/>
                <a:gd name="connsiteY15" fmla="*/ 190016 h 19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931" h="190015">
                  <a:moveTo>
                    <a:pt x="142948" y="79899"/>
                  </a:moveTo>
                  <a:cubicBezTo>
                    <a:pt x="141922" y="58644"/>
                    <a:pt x="127293" y="32267"/>
                    <a:pt x="91620" y="32267"/>
                  </a:cubicBezTo>
                  <a:cubicBezTo>
                    <a:pt x="55948" y="32267"/>
                    <a:pt x="42346" y="58132"/>
                    <a:pt x="41062" y="79899"/>
                  </a:cubicBezTo>
                  <a:lnTo>
                    <a:pt x="143205" y="79899"/>
                  </a:lnTo>
                  <a:lnTo>
                    <a:pt x="143205" y="79899"/>
                  </a:lnTo>
                  <a:close/>
                  <a:moveTo>
                    <a:pt x="94957" y="190016"/>
                  </a:moveTo>
                  <a:cubicBezTo>
                    <a:pt x="40036" y="190016"/>
                    <a:pt x="0" y="152115"/>
                    <a:pt x="0" y="94752"/>
                  </a:cubicBezTo>
                  <a:cubicBezTo>
                    <a:pt x="0" y="37389"/>
                    <a:pt x="38239" y="0"/>
                    <a:pt x="91877" y="0"/>
                  </a:cubicBezTo>
                  <a:cubicBezTo>
                    <a:pt x="145515" y="0"/>
                    <a:pt x="180931" y="41230"/>
                    <a:pt x="180931" y="98081"/>
                  </a:cubicBezTo>
                  <a:lnTo>
                    <a:pt x="180931" y="107812"/>
                  </a:lnTo>
                  <a:lnTo>
                    <a:pt x="41319" y="107812"/>
                  </a:lnTo>
                  <a:cubicBezTo>
                    <a:pt x="44399" y="134701"/>
                    <a:pt x="64673" y="157749"/>
                    <a:pt x="98806" y="157749"/>
                  </a:cubicBezTo>
                  <a:cubicBezTo>
                    <a:pt x="132940" y="157749"/>
                    <a:pt x="137559" y="150579"/>
                    <a:pt x="150648" y="137518"/>
                  </a:cubicBezTo>
                  <a:lnTo>
                    <a:pt x="168613" y="163383"/>
                  </a:lnTo>
                  <a:cubicBezTo>
                    <a:pt x="150134" y="180541"/>
                    <a:pt x="123444" y="190016"/>
                    <a:pt x="94957" y="190016"/>
                  </a:cubicBezTo>
                  <a:lnTo>
                    <a:pt x="94957" y="190016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26EA3D5-1A29-5DDD-6E04-204AC1C29A4D}"/>
                </a:ext>
              </a:extLst>
            </p:cNvPr>
            <p:cNvSpPr/>
            <p:nvPr userDrawn="1"/>
          </p:nvSpPr>
          <p:spPr>
            <a:xfrm>
              <a:off x="1297881" y="1979124"/>
              <a:ext cx="154934" cy="225215"/>
            </a:xfrm>
            <a:custGeom>
              <a:avLst/>
              <a:gdLst>
                <a:gd name="connsiteX0" fmla="*/ 91877 w 178108"/>
                <a:gd name="connsiteY0" fmla="*/ 150322 h 258902"/>
                <a:gd name="connsiteX1" fmla="*/ 138329 w 178108"/>
                <a:gd name="connsiteY1" fmla="*/ 126250 h 258902"/>
                <a:gd name="connsiteX2" fmla="*/ 138329 w 178108"/>
                <a:gd name="connsiteY2" fmla="*/ 58388 h 258902"/>
                <a:gd name="connsiteX3" fmla="*/ 91877 w 178108"/>
                <a:gd name="connsiteY3" fmla="*/ 34316 h 258902"/>
                <a:gd name="connsiteX4" fmla="*/ 40549 w 178108"/>
                <a:gd name="connsiteY4" fmla="*/ 92447 h 258902"/>
                <a:gd name="connsiteX5" fmla="*/ 91877 w 178108"/>
                <a:gd name="connsiteY5" fmla="*/ 150066 h 258902"/>
                <a:gd name="connsiteX6" fmla="*/ 91877 w 178108"/>
                <a:gd name="connsiteY6" fmla="*/ 150066 h 258902"/>
                <a:gd name="connsiteX7" fmla="*/ 84948 w 178108"/>
                <a:gd name="connsiteY7" fmla="*/ 258391 h 258902"/>
                <a:gd name="connsiteX8" fmla="*/ 8726 w 178108"/>
                <a:gd name="connsiteY8" fmla="*/ 231502 h 258902"/>
                <a:gd name="connsiteX9" fmla="*/ 27204 w 178108"/>
                <a:gd name="connsiteY9" fmla="*/ 203076 h 258902"/>
                <a:gd name="connsiteX10" fmla="*/ 84948 w 178108"/>
                <a:gd name="connsiteY10" fmla="*/ 226380 h 258902"/>
                <a:gd name="connsiteX11" fmla="*/ 138586 w 178108"/>
                <a:gd name="connsiteY11" fmla="*/ 175931 h 258902"/>
                <a:gd name="connsiteX12" fmla="*/ 138586 w 178108"/>
                <a:gd name="connsiteY12" fmla="*/ 155444 h 258902"/>
                <a:gd name="connsiteX13" fmla="*/ 80328 w 178108"/>
                <a:gd name="connsiteY13" fmla="*/ 185918 h 258902"/>
                <a:gd name="connsiteX14" fmla="*/ 0 w 178108"/>
                <a:gd name="connsiteY14" fmla="*/ 92959 h 258902"/>
                <a:gd name="connsiteX15" fmla="*/ 80328 w 178108"/>
                <a:gd name="connsiteY15" fmla="*/ 0 h 258902"/>
                <a:gd name="connsiteX16" fmla="*/ 138586 w 178108"/>
                <a:gd name="connsiteY16" fmla="*/ 29706 h 258902"/>
                <a:gd name="connsiteX17" fmla="*/ 138586 w 178108"/>
                <a:gd name="connsiteY17" fmla="*/ 4610 h 258902"/>
                <a:gd name="connsiteX18" fmla="*/ 178108 w 178108"/>
                <a:gd name="connsiteY18" fmla="*/ 4610 h 258902"/>
                <a:gd name="connsiteX19" fmla="*/ 178108 w 178108"/>
                <a:gd name="connsiteY19" fmla="*/ 176187 h 258902"/>
                <a:gd name="connsiteX20" fmla="*/ 84948 w 178108"/>
                <a:gd name="connsiteY20" fmla="*/ 258903 h 258902"/>
                <a:gd name="connsiteX21" fmla="*/ 84948 w 178108"/>
                <a:gd name="connsiteY21" fmla="*/ 258391 h 25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8108" h="258902">
                  <a:moveTo>
                    <a:pt x="91877" y="150322"/>
                  </a:moveTo>
                  <a:cubicBezTo>
                    <a:pt x="110355" y="150322"/>
                    <a:pt x="129347" y="139567"/>
                    <a:pt x="138329" y="126250"/>
                  </a:cubicBezTo>
                  <a:lnTo>
                    <a:pt x="138329" y="58388"/>
                  </a:lnTo>
                  <a:cubicBezTo>
                    <a:pt x="129347" y="45327"/>
                    <a:pt x="110099" y="34316"/>
                    <a:pt x="91877" y="34316"/>
                  </a:cubicBezTo>
                  <a:cubicBezTo>
                    <a:pt x="60310" y="34316"/>
                    <a:pt x="40549" y="57619"/>
                    <a:pt x="40549" y="92447"/>
                  </a:cubicBezTo>
                  <a:cubicBezTo>
                    <a:pt x="40549" y="127275"/>
                    <a:pt x="60567" y="150066"/>
                    <a:pt x="91877" y="150066"/>
                  </a:cubicBezTo>
                  <a:lnTo>
                    <a:pt x="91877" y="150066"/>
                  </a:lnTo>
                  <a:close/>
                  <a:moveTo>
                    <a:pt x="84948" y="258391"/>
                  </a:moveTo>
                  <a:cubicBezTo>
                    <a:pt x="54151" y="258391"/>
                    <a:pt x="31310" y="251733"/>
                    <a:pt x="8726" y="231502"/>
                  </a:cubicBezTo>
                  <a:lnTo>
                    <a:pt x="27204" y="203076"/>
                  </a:lnTo>
                  <a:cubicBezTo>
                    <a:pt x="42346" y="219978"/>
                    <a:pt x="61080" y="226380"/>
                    <a:pt x="84948" y="226380"/>
                  </a:cubicBezTo>
                  <a:cubicBezTo>
                    <a:pt x="108815" y="226380"/>
                    <a:pt x="138586" y="214344"/>
                    <a:pt x="138586" y="175931"/>
                  </a:cubicBezTo>
                  <a:lnTo>
                    <a:pt x="138586" y="155444"/>
                  </a:lnTo>
                  <a:cubicBezTo>
                    <a:pt x="124727" y="173882"/>
                    <a:pt x="103939" y="185918"/>
                    <a:pt x="80328" y="185918"/>
                  </a:cubicBezTo>
                  <a:cubicBezTo>
                    <a:pt x="34133" y="185918"/>
                    <a:pt x="0" y="152627"/>
                    <a:pt x="0" y="92959"/>
                  </a:cubicBezTo>
                  <a:cubicBezTo>
                    <a:pt x="0" y="33291"/>
                    <a:pt x="33363" y="0"/>
                    <a:pt x="80328" y="0"/>
                  </a:cubicBezTo>
                  <a:cubicBezTo>
                    <a:pt x="127293" y="0"/>
                    <a:pt x="123957" y="9987"/>
                    <a:pt x="138586" y="29706"/>
                  </a:cubicBezTo>
                  <a:lnTo>
                    <a:pt x="138586" y="4610"/>
                  </a:lnTo>
                  <a:lnTo>
                    <a:pt x="178108" y="4610"/>
                  </a:lnTo>
                  <a:lnTo>
                    <a:pt x="178108" y="176187"/>
                  </a:lnTo>
                  <a:cubicBezTo>
                    <a:pt x="178108" y="241489"/>
                    <a:pt x="129347" y="258903"/>
                    <a:pt x="84948" y="258903"/>
                  </a:cubicBezTo>
                  <a:lnTo>
                    <a:pt x="84948" y="258391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2E81250D-7348-131D-13A1-5136A3CB96F5}"/>
                </a:ext>
              </a:extLst>
            </p:cNvPr>
            <p:cNvSpPr/>
            <p:nvPr userDrawn="1"/>
          </p:nvSpPr>
          <p:spPr>
            <a:xfrm>
              <a:off x="1122631" y="1978901"/>
              <a:ext cx="140422" cy="165069"/>
            </a:xfrm>
            <a:custGeom>
              <a:avLst/>
              <a:gdLst>
                <a:gd name="connsiteX0" fmla="*/ 78532 w 161426"/>
                <a:gd name="connsiteY0" fmla="*/ 162871 h 189759"/>
                <a:gd name="connsiteX1" fmla="*/ 121647 w 161426"/>
                <a:gd name="connsiteY1" fmla="*/ 144176 h 189759"/>
                <a:gd name="connsiteX2" fmla="*/ 121647 w 161426"/>
                <a:gd name="connsiteY2" fmla="*/ 116519 h 189759"/>
                <a:gd name="connsiteX3" fmla="*/ 78532 w 161426"/>
                <a:gd name="connsiteY3" fmla="*/ 97825 h 189759"/>
                <a:gd name="connsiteX4" fmla="*/ 39523 w 161426"/>
                <a:gd name="connsiteY4" fmla="*/ 130348 h 189759"/>
                <a:gd name="connsiteX5" fmla="*/ 78532 w 161426"/>
                <a:gd name="connsiteY5" fmla="*/ 162871 h 189759"/>
                <a:gd name="connsiteX6" fmla="*/ 78532 w 161426"/>
                <a:gd name="connsiteY6" fmla="*/ 162871 h 189759"/>
                <a:gd name="connsiteX7" fmla="*/ 161170 w 161426"/>
                <a:gd name="connsiteY7" fmla="*/ 185406 h 189759"/>
                <a:gd name="connsiteX8" fmla="*/ 121647 w 161426"/>
                <a:gd name="connsiteY8" fmla="*/ 185406 h 189759"/>
                <a:gd name="connsiteX9" fmla="*/ 121647 w 161426"/>
                <a:gd name="connsiteY9" fmla="*/ 165432 h 189759"/>
                <a:gd name="connsiteX10" fmla="*/ 62620 w 161426"/>
                <a:gd name="connsiteY10" fmla="*/ 189760 h 189759"/>
                <a:gd name="connsiteX11" fmla="*/ 0 w 161426"/>
                <a:gd name="connsiteY11" fmla="*/ 129836 h 189759"/>
                <a:gd name="connsiteX12" fmla="*/ 62620 w 161426"/>
                <a:gd name="connsiteY12" fmla="*/ 70680 h 189759"/>
                <a:gd name="connsiteX13" fmla="*/ 121647 w 161426"/>
                <a:gd name="connsiteY13" fmla="*/ 93984 h 189759"/>
                <a:gd name="connsiteX14" fmla="*/ 121647 w 161426"/>
                <a:gd name="connsiteY14" fmla="*/ 67095 h 189759"/>
                <a:gd name="connsiteX15" fmla="*/ 79302 w 161426"/>
                <a:gd name="connsiteY15" fmla="*/ 33291 h 189759"/>
                <a:gd name="connsiteX16" fmla="*/ 25664 w 161426"/>
                <a:gd name="connsiteY16" fmla="*/ 56595 h 189759"/>
                <a:gd name="connsiteX17" fmla="*/ 9239 w 161426"/>
                <a:gd name="connsiteY17" fmla="*/ 29194 h 189759"/>
                <a:gd name="connsiteX18" fmla="*/ 85461 w 161426"/>
                <a:gd name="connsiteY18" fmla="*/ 0 h 189759"/>
                <a:gd name="connsiteX19" fmla="*/ 161427 w 161426"/>
                <a:gd name="connsiteY19" fmla="*/ 65302 h 189759"/>
                <a:gd name="connsiteX20" fmla="*/ 161427 w 161426"/>
                <a:gd name="connsiteY20" fmla="*/ 185662 h 189759"/>
                <a:gd name="connsiteX21" fmla="*/ 161427 w 161426"/>
                <a:gd name="connsiteY21" fmla="*/ 185662 h 189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1426" h="189759">
                  <a:moveTo>
                    <a:pt x="78532" y="162871"/>
                  </a:moveTo>
                  <a:cubicBezTo>
                    <a:pt x="95470" y="162871"/>
                    <a:pt x="112408" y="156469"/>
                    <a:pt x="121647" y="144176"/>
                  </a:cubicBezTo>
                  <a:lnTo>
                    <a:pt x="121647" y="116519"/>
                  </a:lnTo>
                  <a:cubicBezTo>
                    <a:pt x="112152" y="104227"/>
                    <a:pt x="95470" y="97825"/>
                    <a:pt x="78532" y="97825"/>
                  </a:cubicBezTo>
                  <a:cubicBezTo>
                    <a:pt x="61594" y="97825"/>
                    <a:pt x="39523" y="110885"/>
                    <a:pt x="39523" y="130348"/>
                  </a:cubicBezTo>
                  <a:cubicBezTo>
                    <a:pt x="39523" y="149810"/>
                    <a:pt x="56461" y="162871"/>
                    <a:pt x="78532" y="162871"/>
                  </a:cubicBezTo>
                  <a:lnTo>
                    <a:pt x="78532" y="162871"/>
                  </a:lnTo>
                  <a:close/>
                  <a:moveTo>
                    <a:pt x="161170" y="185406"/>
                  </a:moveTo>
                  <a:lnTo>
                    <a:pt x="121647" y="185406"/>
                  </a:lnTo>
                  <a:lnTo>
                    <a:pt x="121647" y="165432"/>
                  </a:lnTo>
                  <a:cubicBezTo>
                    <a:pt x="108045" y="181053"/>
                    <a:pt x="86744" y="189760"/>
                    <a:pt x="62620" y="189760"/>
                  </a:cubicBezTo>
                  <a:cubicBezTo>
                    <a:pt x="38496" y="189760"/>
                    <a:pt x="0" y="169529"/>
                    <a:pt x="0" y="129836"/>
                  </a:cubicBezTo>
                  <a:cubicBezTo>
                    <a:pt x="0" y="90142"/>
                    <a:pt x="33107" y="70680"/>
                    <a:pt x="62620" y="70680"/>
                  </a:cubicBezTo>
                  <a:cubicBezTo>
                    <a:pt x="92134" y="70680"/>
                    <a:pt x="108045" y="78618"/>
                    <a:pt x="121647" y="93984"/>
                  </a:cubicBezTo>
                  <a:lnTo>
                    <a:pt x="121647" y="67095"/>
                  </a:lnTo>
                  <a:cubicBezTo>
                    <a:pt x="121647" y="46095"/>
                    <a:pt x="103939" y="33291"/>
                    <a:pt x="79302" y="33291"/>
                  </a:cubicBezTo>
                  <a:cubicBezTo>
                    <a:pt x="54664" y="33291"/>
                    <a:pt x="41062" y="40718"/>
                    <a:pt x="25664" y="56595"/>
                  </a:cubicBezTo>
                  <a:lnTo>
                    <a:pt x="9239" y="29194"/>
                  </a:lnTo>
                  <a:cubicBezTo>
                    <a:pt x="30284" y="8963"/>
                    <a:pt x="56461" y="0"/>
                    <a:pt x="85461" y="0"/>
                  </a:cubicBezTo>
                  <a:cubicBezTo>
                    <a:pt x="114461" y="0"/>
                    <a:pt x="161427" y="16902"/>
                    <a:pt x="161427" y="65302"/>
                  </a:cubicBezTo>
                  <a:lnTo>
                    <a:pt x="161427" y="185662"/>
                  </a:lnTo>
                  <a:lnTo>
                    <a:pt x="161427" y="185662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9BFDDE1A-E9B4-FB87-D8EA-49D07D331B08}"/>
                </a:ext>
              </a:extLst>
            </p:cNvPr>
            <p:cNvSpPr/>
            <p:nvPr userDrawn="1"/>
          </p:nvSpPr>
          <p:spPr>
            <a:xfrm>
              <a:off x="942693" y="1978678"/>
              <a:ext cx="154934" cy="221206"/>
            </a:xfrm>
            <a:custGeom>
              <a:avLst/>
              <a:gdLst>
                <a:gd name="connsiteX0" fmla="*/ 86231 w 178108"/>
                <a:gd name="connsiteY0" fmla="*/ 155188 h 254293"/>
                <a:gd name="connsiteX1" fmla="*/ 137559 w 178108"/>
                <a:gd name="connsiteY1" fmla="*/ 94752 h 254293"/>
                <a:gd name="connsiteX2" fmla="*/ 86231 w 178108"/>
                <a:gd name="connsiteY2" fmla="*/ 34828 h 254293"/>
                <a:gd name="connsiteX3" fmla="*/ 39779 w 178108"/>
                <a:gd name="connsiteY3" fmla="*/ 58900 h 254293"/>
                <a:gd name="connsiteX4" fmla="*/ 39779 w 178108"/>
                <a:gd name="connsiteY4" fmla="*/ 130348 h 254293"/>
                <a:gd name="connsiteX5" fmla="*/ 86231 w 178108"/>
                <a:gd name="connsiteY5" fmla="*/ 155188 h 254293"/>
                <a:gd name="connsiteX6" fmla="*/ 97780 w 178108"/>
                <a:gd name="connsiteY6" fmla="*/ 190016 h 254293"/>
                <a:gd name="connsiteX7" fmla="*/ 39523 w 178108"/>
                <a:gd name="connsiteY7" fmla="*/ 160310 h 254293"/>
                <a:gd name="connsiteX8" fmla="*/ 39523 w 178108"/>
                <a:gd name="connsiteY8" fmla="*/ 254293 h 254293"/>
                <a:gd name="connsiteX9" fmla="*/ 0 w 178108"/>
                <a:gd name="connsiteY9" fmla="*/ 254293 h 254293"/>
                <a:gd name="connsiteX10" fmla="*/ 0 w 178108"/>
                <a:gd name="connsiteY10" fmla="*/ 4353 h 254293"/>
                <a:gd name="connsiteX11" fmla="*/ 39523 w 178108"/>
                <a:gd name="connsiteY11" fmla="*/ 4353 h 254293"/>
                <a:gd name="connsiteX12" fmla="*/ 39523 w 178108"/>
                <a:gd name="connsiteY12" fmla="*/ 29194 h 254293"/>
                <a:gd name="connsiteX13" fmla="*/ 97780 w 178108"/>
                <a:gd name="connsiteY13" fmla="*/ 0 h 254293"/>
                <a:gd name="connsiteX14" fmla="*/ 178108 w 178108"/>
                <a:gd name="connsiteY14" fmla="*/ 94752 h 254293"/>
                <a:gd name="connsiteX15" fmla="*/ 97780 w 178108"/>
                <a:gd name="connsiteY15" fmla="*/ 190016 h 254293"/>
                <a:gd name="connsiteX16" fmla="*/ 97780 w 178108"/>
                <a:gd name="connsiteY16" fmla="*/ 190016 h 25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8108" h="254293">
                  <a:moveTo>
                    <a:pt x="86231" y="155188"/>
                  </a:moveTo>
                  <a:cubicBezTo>
                    <a:pt x="117284" y="155188"/>
                    <a:pt x="137559" y="130092"/>
                    <a:pt x="137559" y="94752"/>
                  </a:cubicBezTo>
                  <a:cubicBezTo>
                    <a:pt x="137559" y="59412"/>
                    <a:pt x="117284" y="34828"/>
                    <a:pt x="86231" y="34828"/>
                  </a:cubicBezTo>
                  <a:cubicBezTo>
                    <a:pt x="55178" y="34828"/>
                    <a:pt x="48762" y="45327"/>
                    <a:pt x="39779" y="58900"/>
                  </a:cubicBezTo>
                  <a:lnTo>
                    <a:pt x="39779" y="130348"/>
                  </a:lnTo>
                  <a:cubicBezTo>
                    <a:pt x="48505" y="143920"/>
                    <a:pt x="68010" y="155188"/>
                    <a:pt x="86231" y="155188"/>
                  </a:cubicBezTo>
                  <a:close/>
                  <a:moveTo>
                    <a:pt x="97780" y="190016"/>
                  </a:moveTo>
                  <a:cubicBezTo>
                    <a:pt x="74939" y="190016"/>
                    <a:pt x="54664" y="179516"/>
                    <a:pt x="39523" y="160310"/>
                  </a:cubicBezTo>
                  <a:lnTo>
                    <a:pt x="39523" y="254293"/>
                  </a:lnTo>
                  <a:lnTo>
                    <a:pt x="0" y="254293"/>
                  </a:lnTo>
                  <a:lnTo>
                    <a:pt x="0" y="4353"/>
                  </a:lnTo>
                  <a:lnTo>
                    <a:pt x="39523" y="4353"/>
                  </a:lnTo>
                  <a:lnTo>
                    <a:pt x="39523" y="29194"/>
                  </a:lnTo>
                  <a:cubicBezTo>
                    <a:pt x="53124" y="11268"/>
                    <a:pt x="74169" y="0"/>
                    <a:pt x="97780" y="0"/>
                  </a:cubicBezTo>
                  <a:cubicBezTo>
                    <a:pt x="144745" y="0"/>
                    <a:pt x="178108" y="35340"/>
                    <a:pt x="178108" y="94752"/>
                  </a:cubicBezTo>
                  <a:cubicBezTo>
                    <a:pt x="178108" y="154164"/>
                    <a:pt x="144745" y="190016"/>
                    <a:pt x="97780" y="190016"/>
                  </a:cubicBezTo>
                  <a:lnTo>
                    <a:pt x="97780" y="190016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71220D45-F989-808D-E148-08D7BAC6A68F}"/>
                </a:ext>
              </a:extLst>
            </p:cNvPr>
            <p:cNvSpPr/>
            <p:nvPr userDrawn="1"/>
          </p:nvSpPr>
          <p:spPr>
            <a:xfrm>
              <a:off x="510709" y="1902047"/>
              <a:ext cx="328173" cy="384048"/>
            </a:xfrm>
            <a:custGeom>
              <a:avLst/>
              <a:gdLst>
                <a:gd name="connsiteX0" fmla="*/ 107019 w 377260"/>
                <a:gd name="connsiteY0" fmla="*/ 0 h 441492"/>
                <a:gd name="connsiteX1" fmla="*/ 0 w 377260"/>
                <a:gd name="connsiteY1" fmla="*/ 106532 h 441492"/>
                <a:gd name="connsiteX2" fmla="*/ 0 w 377260"/>
                <a:gd name="connsiteY2" fmla="*/ 269402 h 441492"/>
                <a:gd name="connsiteX3" fmla="*/ 107019 w 377260"/>
                <a:gd name="connsiteY3" fmla="*/ 375934 h 441492"/>
                <a:gd name="connsiteX4" fmla="*/ 143462 w 377260"/>
                <a:gd name="connsiteY4" fmla="*/ 375934 h 441492"/>
                <a:gd name="connsiteX5" fmla="*/ 143718 w 377260"/>
                <a:gd name="connsiteY5" fmla="*/ 376446 h 441492"/>
                <a:gd name="connsiteX6" fmla="*/ 177852 w 377260"/>
                <a:gd name="connsiteY6" fmla="*/ 435346 h 441492"/>
                <a:gd name="connsiteX7" fmla="*/ 199409 w 377260"/>
                <a:gd name="connsiteY7" fmla="*/ 435346 h 441492"/>
                <a:gd name="connsiteX8" fmla="*/ 233542 w 377260"/>
                <a:gd name="connsiteY8" fmla="*/ 376446 h 441492"/>
                <a:gd name="connsiteX9" fmla="*/ 233799 w 377260"/>
                <a:gd name="connsiteY9" fmla="*/ 375934 h 441492"/>
                <a:gd name="connsiteX10" fmla="*/ 270242 w 377260"/>
                <a:gd name="connsiteY10" fmla="*/ 375934 h 441492"/>
                <a:gd name="connsiteX11" fmla="*/ 377261 w 377260"/>
                <a:gd name="connsiteY11" fmla="*/ 269402 h 441492"/>
                <a:gd name="connsiteX12" fmla="*/ 377261 w 377260"/>
                <a:gd name="connsiteY12" fmla="*/ 106532 h 441492"/>
                <a:gd name="connsiteX13" fmla="*/ 270242 w 377260"/>
                <a:gd name="connsiteY13" fmla="*/ 0 h 441492"/>
                <a:gd name="connsiteX14" fmla="*/ 106762 w 377260"/>
                <a:gd name="connsiteY14" fmla="*/ 0 h 441492"/>
                <a:gd name="connsiteX15" fmla="*/ 107019 w 377260"/>
                <a:gd name="connsiteY15" fmla="*/ 0 h 441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7260" h="441492">
                  <a:moveTo>
                    <a:pt x="107019" y="0"/>
                  </a:moveTo>
                  <a:cubicBezTo>
                    <a:pt x="47992" y="0"/>
                    <a:pt x="0" y="47632"/>
                    <a:pt x="0" y="106532"/>
                  </a:cubicBezTo>
                  <a:lnTo>
                    <a:pt x="0" y="269402"/>
                  </a:lnTo>
                  <a:cubicBezTo>
                    <a:pt x="0" y="328302"/>
                    <a:pt x="47992" y="375934"/>
                    <a:pt x="107019" y="375934"/>
                  </a:cubicBezTo>
                  <a:lnTo>
                    <a:pt x="143462" y="375934"/>
                  </a:lnTo>
                  <a:cubicBezTo>
                    <a:pt x="143462" y="375934"/>
                    <a:pt x="143462" y="376446"/>
                    <a:pt x="143718" y="376446"/>
                  </a:cubicBezTo>
                  <a:lnTo>
                    <a:pt x="177852" y="435346"/>
                  </a:lnTo>
                  <a:cubicBezTo>
                    <a:pt x="182728" y="443541"/>
                    <a:pt x="194533" y="443541"/>
                    <a:pt x="199409" y="435346"/>
                  </a:cubicBezTo>
                  <a:lnTo>
                    <a:pt x="233542" y="376446"/>
                  </a:lnTo>
                  <a:cubicBezTo>
                    <a:pt x="233542" y="376446"/>
                    <a:pt x="233542" y="375934"/>
                    <a:pt x="233799" y="375934"/>
                  </a:cubicBezTo>
                  <a:lnTo>
                    <a:pt x="270242" y="375934"/>
                  </a:lnTo>
                  <a:cubicBezTo>
                    <a:pt x="329269" y="375934"/>
                    <a:pt x="377261" y="328302"/>
                    <a:pt x="377261" y="269402"/>
                  </a:cubicBezTo>
                  <a:lnTo>
                    <a:pt x="377261" y="106532"/>
                  </a:lnTo>
                  <a:cubicBezTo>
                    <a:pt x="377261" y="47632"/>
                    <a:pt x="329269" y="0"/>
                    <a:pt x="270242" y="0"/>
                  </a:cubicBezTo>
                  <a:lnTo>
                    <a:pt x="106762" y="0"/>
                  </a:lnTo>
                  <a:lnTo>
                    <a:pt x="107019" y="0"/>
                  </a:lnTo>
                  <a:close/>
                </a:path>
              </a:pathLst>
            </a:custGeom>
            <a:solidFill>
              <a:schemeClr val="accent1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F69BA726-718C-F7C8-F521-42326C28DC32}"/>
                </a:ext>
              </a:extLst>
            </p:cNvPr>
            <p:cNvSpPr/>
            <p:nvPr userDrawn="1"/>
          </p:nvSpPr>
          <p:spPr>
            <a:xfrm>
              <a:off x="557870" y="1982521"/>
              <a:ext cx="186620" cy="93227"/>
            </a:xfrm>
            <a:custGeom>
              <a:avLst/>
              <a:gdLst>
                <a:gd name="connsiteX0" fmla="*/ 103362 w 214534"/>
                <a:gd name="connsiteY0" fmla="*/ 40654 h 107171"/>
                <a:gd name="connsiteX1" fmla="*/ 99512 w 214534"/>
                <a:gd name="connsiteY1" fmla="*/ 7875 h 107171"/>
                <a:gd name="connsiteX2" fmla="*/ 61786 w 214534"/>
                <a:gd name="connsiteY2" fmla="*/ 7875 h 107171"/>
                <a:gd name="connsiteX3" fmla="*/ 57423 w 214534"/>
                <a:gd name="connsiteY3" fmla="*/ 39885 h 107171"/>
                <a:gd name="connsiteX4" fmla="*/ 39972 w 214534"/>
                <a:gd name="connsiteY4" fmla="*/ 57299 h 107171"/>
                <a:gd name="connsiteX5" fmla="*/ 7892 w 214534"/>
                <a:gd name="connsiteY5" fmla="*/ 61653 h 107171"/>
                <a:gd name="connsiteX6" fmla="*/ 7892 w 214534"/>
                <a:gd name="connsiteY6" fmla="*/ 99297 h 107171"/>
                <a:gd name="connsiteX7" fmla="*/ 45618 w 214534"/>
                <a:gd name="connsiteY7" fmla="*/ 99297 h 107171"/>
                <a:gd name="connsiteX8" fmla="*/ 49981 w 214534"/>
                <a:gd name="connsiteY8" fmla="*/ 67287 h 107171"/>
                <a:gd name="connsiteX9" fmla="*/ 67432 w 214534"/>
                <a:gd name="connsiteY9" fmla="*/ 49873 h 107171"/>
                <a:gd name="connsiteX10" fmla="*/ 93353 w 214534"/>
                <a:gd name="connsiteY10" fmla="*/ 50129 h 107171"/>
                <a:gd name="connsiteX11" fmla="*/ 111061 w 214534"/>
                <a:gd name="connsiteY11" fmla="*/ 67799 h 107171"/>
                <a:gd name="connsiteX12" fmla="*/ 115681 w 214534"/>
                <a:gd name="connsiteY12" fmla="*/ 99297 h 107171"/>
                <a:gd name="connsiteX13" fmla="*/ 153407 w 214534"/>
                <a:gd name="connsiteY13" fmla="*/ 99297 h 107171"/>
                <a:gd name="connsiteX14" fmla="*/ 157000 w 214534"/>
                <a:gd name="connsiteY14" fmla="*/ 66006 h 107171"/>
                <a:gd name="connsiteX15" fmla="*/ 157769 w 214534"/>
                <a:gd name="connsiteY15" fmla="*/ 66774 h 107171"/>
                <a:gd name="connsiteX16" fmla="*/ 174964 w 214534"/>
                <a:gd name="connsiteY16" fmla="*/ 49617 h 107171"/>
                <a:gd name="connsiteX17" fmla="*/ 207301 w 214534"/>
                <a:gd name="connsiteY17" fmla="*/ 45519 h 107171"/>
                <a:gd name="connsiteX18" fmla="*/ 207301 w 214534"/>
                <a:gd name="connsiteY18" fmla="*/ 7875 h 107171"/>
                <a:gd name="connsiteX19" fmla="*/ 169575 w 214534"/>
                <a:gd name="connsiteY19" fmla="*/ 7875 h 107171"/>
                <a:gd name="connsiteX20" fmla="*/ 165212 w 214534"/>
                <a:gd name="connsiteY20" fmla="*/ 39885 h 107171"/>
                <a:gd name="connsiteX21" fmla="*/ 148017 w 214534"/>
                <a:gd name="connsiteY21" fmla="*/ 57043 h 107171"/>
                <a:gd name="connsiteX22" fmla="*/ 149044 w 214534"/>
                <a:gd name="connsiteY22" fmla="*/ 58067 h 107171"/>
                <a:gd name="connsiteX23" fmla="*/ 120813 w 214534"/>
                <a:gd name="connsiteY23" fmla="*/ 57811 h 107171"/>
                <a:gd name="connsiteX24" fmla="*/ 103618 w 214534"/>
                <a:gd name="connsiteY24" fmla="*/ 40654 h 107171"/>
                <a:gd name="connsiteX25" fmla="*/ 103618 w 214534"/>
                <a:gd name="connsiteY25" fmla="*/ 40654 h 107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4534" h="107171">
                  <a:moveTo>
                    <a:pt x="103362" y="40654"/>
                  </a:moveTo>
                  <a:cubicBezTo>
                    <a:pt x="109521" y="30410"/>
                    <a:pt x="108238" y="16838"/>
                    <a:pt x="99512" y="7875"/>
                  </a:cubicBezTo>
                  <a:cubicBezTo>
                    <a:pt x="88990" y="-2625"/>
                    <a:pt x="72052" y="-2625"/>
                    <a:pt x="61786" y="7875"/>
                  </a:cubicBezTo>
                  <a:cubicBezTo>
                    <a:pt x="53060" y="16582"/>
                    <a:pt x="51520" y="29898"/>
                    <a:pt x="57423" y="39885"/>
                  </a:cubicBezTo>
                  <a:lnTo>
                    <a:pt x="39972" y="57299"/>
                  </a:lnTo>
                  <a:cubicBezTo>
                    <a:pt x="29706" y="51409"/>
                    <a:pt x="16617" y="52946"/>
                    <a:pt x="7892" y="61653"/>
                  </a:cubicBezTo>
                  <a:cubicBezTo>
                    <a:pt x="-2631" y="72152"/>
                    <a:pt x="-2631" y="89054"/>
                    <a:pt x="7892" y="99297"/>
                  </a:cubicBezTo>
                  <a:cubicBezTo>
                    <a:pt x="18414" y="109797"/>
                    <a:pt x="35352" y="109797"/>
                    <a:pt x="45618" y="99297"/>
                  </a:cubicBezTo>
                  <a:cubicBezTo>
                    <a:pt x="54344" y="90590"/>
                    <a:pt x="55883" y="77274"/>
                    <a:pt x="49981" y="67287"/>
                  </a:cubicBezTo>
                  <a:lnTo>
                    <a:pt x="67432" y="49873"/>
                  </a:lnTo>
                  <a:cubicBezTo>
                    <a:pt x="75388" y="54482"/>
                    <a:pt x="85397" y="54482"/>
                    <a:pt x="93353" y="50129"/>
                  </a:cubicBezTo>
                  <a:lnTo>
                    <a:pt x="111061" y="67799"/>
                  </a:lnTo>
                  <a:cubicBezTo>
                    <a:pt x="105672" y="78042"/>
                    <a:pt x="107211" y="90847"/>
                    <a:pt x="115681" y="99297"/>
                  </a:cubicBezTo>
                  <a:cubicBezTo>
                    <a:pt x="124150" y="107748"/>
                    <a:pt x="143141" y="109797"/>
                    <a:pt x="153407" y="99297"/>
                  </a:cubicBezTo>
                  <a:cubicBezTo>
                    <a:pt x="162389" y="90334"/>
                    <a:pt x="163672" y="76506"/>
                    <a:pt x="157000" y="66006"/>
                  </a:cubicBezTo>
                  <a:lnTo>
                    <a:pt x="157769" y="66774"/>
                  </a:lnTo>
                  <a:lnTo>
                    <a:pt x="174964" y="49617"/>
                  </a:lnTo>
                  <a:cubicBezTo>
                    <a:pt x="185230" y="55507"/>
                    <a:pt x="198575" y="54226"/>
                    <a:pt x="207301" y="45519"/>
                  </a:cubicBezTo>
                  <a:cubicBezTo>
                    <a:pt x="216027" y="36812"/>
                    <a:pt x="217823" y="18118"/>
                    <a:pt x="207301" y="7875"/>
                  </a:cubicBezTo>
                  <a:cubicBezTo>
                    <a:pt x="196779" y="-2625"/>
                    <a:pt x="179841" y="-2625"/>
                    <a:pt x="169575" y="7875"/>
                  </a:cubicBezTo>
                  <a:cubicBezTo>
                    <a:pt x="160849" y="16582"/>
                    <a:pt x="159309" y="29642"/>
                    <a:pt x="165212" y="39885"/>
                  </a:cubicBezTo>
                  <a:lnTo>
                    <a:pt x="148017" y="57043"/>
                  </a:lnTo>
                  <a:lnTo>
                    <a:pt x="149044" y="58067"/>
                  </a:lnTo>
                  <a:cubicBezTo>
                    <a:pt x="140575" y="52690"/>
                    <a:pt x="129539" y="52434"/>
                    <a:pt x="120813" y="57811"/>
                  </a:cubicBezTo>
                  <a:lnTo>
                    <a:pt x="103618" y="40654"/>
                  </a:lnTo>
                  <a:lnTo>
                    <a:pt x="103618" y="40654"/>
                  </a:lnTo>
                  <a:close/>
                </a:path>
              </a:pathLst>
            </a:custGeom>
            <a:solidFill>
              <a:srgbClr val="FF8200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AA238372-339B-3236-D486-BCA720B81464}"/>
                </a:ext>
              </a:extLst>
            </p:cNvPr>
            <p:cNvSpPr/>
            <p:nvPr userDrawn="1"/>
          </p:nvSpPr>
          <p:spPr>
            <a:xfrm>
              <a:off x="604529" y="2029302"/>
              <a:ext cx="187193" cy="140008"/>
            </a:xfrm>
            <a:custGeom>
              <a:avLst/>
              <a:gdLst>
                <a:gd name="connsiteX0" fmla="*/ 207301 w 215192"/>
                <a:gd name="connsiteY0" fmla="*/ 7875 h 160950"/>
                <a:gd name="connsiteX1" fmla="*/ 207301 w 215192"/>
                <a:gd name="connsiteY1" fmla="*/ 45519 h 160950"/>
                <a:gd name="connsiteX2" fmla="*/ 175221 w 215192"/>
                <a:gd name="connsiteY2" fmla="*/ 49873 h 160950"/>
                <a:gd name="connsiteX3" fmla="*/ 157770 w 215192"/>
                <a:gd name="connsiteY3" fmla="*/ 67287 h 160950"/>
                <a:gd name="connsiteX4" fmla="*/ 153407 w 215192"/>
                <a:gd name="connsiteY4" fmla="*/ 99297 h 160950"/>
                <a:gd name="connsiteX5" fmla="*/ 121327 w 215192"/>
                <a:gd name="connsiteY5" fmla="*/ 103651 h 160950"/>
                <a:gd name="connsiteX6" fmla="*/ 103875 w 215192"/>
                <a:gd name="connsiteY6" fmla="*/ 121065 h 160950"/>
                <a:gd name="connsiteX7" fmla="*/ 99512 w 215192"/>
                <a:gd name="connsiteY7" fmla="*/ 153075 h 160950"/>
                <a:gd name="connsiteX8" fmla="*/ 61786 w 215192"/>
                <a:gd name="connsiteY8" fmla="*/ 153075 h 160950"/>
                <a:gd name="connsiteX9" fmla="*/ 57423 w 215192"/>
                <a:gd name="connsiteY9" fmla="*/ 121065 h 160950"/>
                <a:gd name="connsiteX10" fmla="*/ 39972 w 215192"/>
                <a:gd name="connsiteY10" fmla="*/ 103651 h 160950"/>
                <a:gd name="connsiteX11" fmla="*/ 7892 w 215192"/>
                <a:gd name="connsiteY11" fmla="*/ 99297 h 160950"/>
                <a:gd name="connsiteX12" fmla="*/ 7892 w 215192"/>
                <a:gd name="connsiteY12" fmla="*/ 61653 h 160950"/>
                <a:gd name="connsiteX13" fmla="*/ 45618 w 215192"/>
                <a:gd name="connsiteY13" fmla="*/ 61653 h 160950"/>
                <a:gd name="connsiteX14" fmla="*/ 49981 w 215192"/>
                <a:gd name="connsiteY14" fmla="*/ 93663 h 160950"/>
                <a:gd name="connsiteX15" fmla="*/ 67432 w 215192"/>
                <a:gd name="connsiteY15" fmla="*/ 111077 h 160950"/>
                <a:gd name="connsiteX16" fmla="*/ 94123 w 215192"/>
                <a:gd name="connsiteY16" fmla="*/ 111077 h 160950"/>
                <a:gd name="connsiteX17" fmla="*/ 111574 w 215192"/>
                <a:gd name="connsiteY17" fmla="*/ 93663 h 160950"/>
                <a:gd name="connsiteX18" fmla="*/ 115937 w 215192"/>
                <a:gd name="connsiteY18" fmla="*/ 61653 h 160950"/>
                <a:gd name="connsiteX19" fmla="*/ 148017 w 215192"/>
                <a:gd name="connsiteY19" fmla="*/ 57299 h 160950"/>
                <a:gd name="connsiteX20" fmla="*/ 165469 w 215192"/>
                <a:gd name="connsiteY20" fmla="*/ 39885 h 160950"/>
                <a:gd name="connsiteX21" fmla="*/ 169832 w 215192"/>
                <a:gd name="connsiteY21" fmla="*/ 7875 h 160950"/>
                <a:gd name="connsiteX22" fmla="*/ 207558 w 215192"/>
                <a:gd name="connsiteY22" fmla="*/ 7875 h 160950"/>
                <a:gd name="connsiteX23" fmla="*/ 207301 w 215192"/>
                <a:gd name="connsiteY23" fmla="*/ 7875 h 160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5192" h="160950">
                  <a:moveTo>
                    <a:pt x="207301" y="7875"/>
                  </a:moveTo>
                  <a:cubicBezTo>
                    <a:pt x="217823" y="18374"/>
                    <a:pt x="217823" y="35276"/>
                    <a:pt x="207301" y="45519"/>
                  </a:cubicBezTo>
                  <a:cubicBezTo>
                    <a:pt x="198575" y="54226"/>
                    <a:pt x="185230" y="55763"/>
                    <a:pt x="175221" y="49873"/>
                  </a:cubicBezTo>
                  <a:lnTo>
                    <a:pt x="157770" y="67287"/>
                  </a:lnTo>
                  <a:cubicBezTo>
                    <a:pt x="163672" y="77530"/>
                    <a:pt x="162132" y="90590"/>
                    <a:pt x="153407" y="99297"/>
                  </a:cubicBezTo>
                  <a:cubicBezTo>
                    <a:pt x="144681" y="108004"/>
                    <a:pt x="131336" y="109541"/>
                    <a:pt x="121327" y="103651"/>
                  </a:cubicBezTo>
                  <a:lnTo>
                    <a:pt x="103875" y="121065"/>
                  </a:lnTo>
                  <a:cubicBezTo>
                    <a:pt x="109778" y="131308"/>
                    <a:pt x="108238" y="144368"/>
                    <a:pt x="99512" y="153075"/>
                  </a:cubicBezTo>
                  <a:cubicBezTo>
                    <a:pt x="88990" y="163575"/>
                    <a:pt x="72052" y="163575"/>
                    <a:pt x="61786" y="153075"/>
                  </a:cubicBezTo>
                  <a:cubicBezTo>
                    <a:pt x="53060" y="144368"/>
                    <a:pt x="51520" y="131052"/>
                    <a:pt x="57423" y="121065"/>
                  </a:cubicBezTo>
                  <a:lnTo>
                    <a:pt x="39972" y="103651"/>
                  </a:lnTo>
                  <a:cubicBezTo>
                    <a:pt x="29706" y="109541"/>
                    <a:pt x="16617" y="108004"/>
                    <a:pt x="7892" y="99297"/>
                  </a:cubicBezTo>
                  <a:cubicBezTo>
                    <a:pt x="-2631" y="88798"/>
                    <a:pt x="-2631" y="71896"/>
                    <a:pt x="7892" y="61653"/>
                  </a:cubicBezTo>
                  <a:cubicBezTo>
                    <a:pt x="18414" y="51153"/>
                    <a:pt x="35352" y="51153"/>
                    <a:pt x="45618" y="61653"/>
                  </a:cubicBezTo>
                  <a:cubicBezTo>
                    <a:pt x="54344" y="70360"/>
                    <a:pt x="55883" y="83676"/>
                    <a:pt x="49981" y="93663"/>
                  </a:cubicBezTo>
                  <a:lnTo>
                    <a:pt x="67432" y="111077"/>
                  </a:lnTo>
                  <a:cubicBezTo>
                    <a:pt x="75645" y="106468"/>
                    <a:pt x="85910" y="106468"/>
                    <a:pt x="94123" y="111077"/>
                  </a:cubicBezTo>
                  <a:lnTo>
                    <a:pt x="111574" y="93663"/>
                  </a:lnTo>
                  <a:cubicBezTo>
                    <a:pt x="105672" y="83420"/>
                    <a:pt x="107211" y="70360"/>
                    <a:pt x="115937" y="61653"/>
                  </a:cubicBezTo>
                  <a:cubicBezTo>
                    <a:pt x="124663" y="52946"/>
                    <a:pt x="138008" y="51409"/>
                    <a:pt x="148017" y="57299"/>
                  </a:cubicBezTo>
                  <a:lnTo>
                    <a:pt x="165469" y="39885"/>
                  </a:lnTo>
                  <a:cubicBezTo>
                    <a:pt x="159566" y="29642"/>
                    <a:pt x="161106" y="16582"/>
                    <a:pt x="169832" y="7875"/>
                  </a:cubicBezTo>
                  <a:cubicBezTo>
                    <a:pt x="180354" y="-2625"/>
                    <a:pt x="197292" y="-2625"/>
                    <a:pt x="207558" y="7875"/>
                  </a:cubicBezTo>
                  <a:lnTo>
                    <a:pt x="207301" y="7875"/>
                  </a:lnTo>
                  <a:close/>
                </a:path>
              </a:pathLst>
            </a:custGeom>
            <a:solidFill>
              <a:srgbClr val="FFFFFF"/>
            </a:solidFill>
            <a:ln w="256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44" name="Graphic 62">
              <a:extLst>
                <a:ext uri="{FF2B5EF4-FFF2-40B4-BE49-F238E27FC236}">
                  <a16:creationId xmlns:a16="http://schemas.microsoft.com/office/drawing/2014/main" id="{5AD41937-50D6-6E40-D4C7-C6ED32D710E7}"/>
                </a:ext>
              </a:extLst>
            </p:cNvPr>
            <p:cNvGrpSpPr/>
            <p:nvPr userDrawn="1"/>
          </p:nvGrpSpPr>
          <p:grpSpPr>
            <a:xfrm>
              <a:off x="2664157" y="1941031"/>
              <a:ext cx="98675" cy="52795"/>
              <a:chOff x="2986258" y="1219847"/>
              <a:chExt cx="113434" cy="60692"/>
            </a:xfrm>
            <a:solidFill>
              <a:schemeClr val="accent1"/>
            </a:solidFill>
          </p:grpSpPr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DD22C534-4353-DF23-1CA4-43C60727E3B6}"/>
                  </a:ext>
                </a:extLst>
              </p:cNvPr>
              <p:cNvSpPr/>
              <p:nvPr/>
            </p:nvSpPr>
            <p:spPr>
              <a:xfrm>
                <a:off x="2986258" y="1219847"/>
                <a:ext cx="42088" cy="60692"/>
              </a:xfrm>
              <a:custGeom>
                <a:avLst/>
                <a:gdLst>
                  <a:gd name="connsiteX0" fmla="*/ 21558 w 42088"/>
                  <a:gd name="connsiteY0" fmla="*/ 60180 h 60692"/>
                  <a:gd name="connsiteX1" fmla="*/ 10522 w 42088"/>
                  <a:gd name="connsiteY1" fmla="*/ 57875 h 60692"/>
                  <a:gd name="connsiteX2" fmla="*/ 3080 w 42088"/>
                  <a:gd name="connsiteY2" fmla="*/ 51985 h 60692"/>
                  <a:gd name="connsiteX3" fmla="*/ 0 w 42088"/>
                  <a:gd name="connsiteY3" fmla="*/ 43022 h 60692"/>
                  <a:gd name="connsiteX4" fmla="*/ 8982 w 42088"/>
                  <a:gd name="connsiteY4" fmla="*/ 43022 h 60692"/>
                  <a:gd name="connsiteX5" fmla="*/ 11292 w 42088"/>
                  <a:gd name="connsiteY5" fmla="*/ 48400 h 60692"/>
                  <a:gd name="connsiteX6" fmla="*/ 15912 w 42088"/>
                  <a:gd name="connsiteY6" fmla="*/ 51473 h 60692"/>
                  <a:gd name="connsiteX7" fmla="*/ 22071 w 42088"/>
                  <a:gd name="connsiteY7" fmla="*/ 52498 h 60692"/>
                  <a:gd name="connsiteX8" fmla="*/ 28230 w 42088"/>
                  <a:gd name="connsiteY8" fmla="*/ 51473 h 60692"/>
                  <a:gd name="connsiteX9" fmla="*/ 32850 w 42088"/>
                  <a:gd name="connsiteY9" fmla="*/ 48400 h 60692"/>
                  <a:gd name="connsiteX10" fmla="*/ 34390 w 42088"/>
                  <a:gd name="connsiteY10" fmla="*/ 43791 h 60692"/>
                  <a:gd name="connsiteX11" fmla="*/ 32850 w 42088"/>
                  <a:gd name="connsiteY11" fmla="*/ 39437 h 60692"/>
                  <a:gd name="connsiteX12" fmla="*/ 29000 w 42088"/>
                  <a:gd name="connsiteY12" fmla="*/ 36876 h 60692"/>
                  <a:gd name="connsiteX13" fmla="*/ 23098 w 42088"/>
                  <a:gd name="connsiteY13" fmla="*/ 34572 h 60692"/>
                  <a:gd name="connsiteX14" fmla="*/ 16168 w 42088"/>
                  <a:gd name="connsiteY14" fmla="*/ 32267 h 60692"/>
                  <a:gd name="connsiteX15" fmla="*/ 5133 w 42088"/>
                  <a:gd name="connsiteY15" fmla="*/ 26377 h 60692"/>
                  <a:gd name="connsiteX16" fmla="*/ 770 w 42088"/>
                  <a:gd name="connsiteY16" fmla="*/ 17158 h 60692"/>
                  <a:gd name="connsiteX17" fmla="*/ 3336 w 42088"/>
                  <a:gd name="connsiteY17" fmla="*/ 8195 h 60692"/>
                  <a:gd name="connsiteX18" fmla="*/ 10779 w 42088"/>
                  <a:gd name="connsiteY18" fmla="*/ 2305 h 60692"/>
                  <a:gd name="connsiteX19" fmla="*/ 21301 w 42088"/>
                  <a:gd name="connsiteY19" fmla="*/ 0 h 60692"/>
                  <a:gd name="connsiteX20" fmla="*/ 31823 w 42088"/>
                  <a:gd name="connsiteY20" fmla="*/ 2305 h 60692"/>
                  <a:gd name="connsiteX21" fmla="*/ 38753 w 42088"/>
                  <a:gd name="connsiteY21" fmla="*/ 8195 h 60692"/>
                  <a:gd name="connsiteX22" fmla="*/ 41319 w 42088"/>
                  <a:gd name="connsiteY22" fmla="*/ 16646 h 60692"/>
                  <a:gd name="connsiteX23" fmla="*/ 32850 w 42088"/>
                  <a:gd name="connsiteY23" fmla="*/ 16646 h 60692"/>
                  <a:gd name="connsiteX24" fmla="*/ 29000 w 42088"/>
                  <a:gd name="connsiteY24" fmla="*/ 10500 h 60692"/>
                  <a:gd name="connsiteX25" fmla="*/ 20531 w 42088"/>
                  <a:gd name="connsiteY25" fmla="*/ 8195 h 60692"/>
                  <a:gd name="connsiteX26" fmla="*/ 14372 w 42088"/>
                  <a:gd name="connsiteY26" fmla="*/ 9219 h 60692"/>
                  <a:gd name="connsiteX27" fmla="*/ 10009 w 42088"/>
                  <a:gd name="connsiteY27" fmla="*/ 12292 h 60692"/>
                  <a:gd name="connsiteX28" fmla="*/ 8469 w 42088"/>
                  <a:gd name="connsiteY28" fmla="*/ 16646 h 60692"/>
                  <a:gd name="connsiteX29" fmla="*/ 10009 w 42088"/>
                  <a:gd name="connsiteY29" fmla="*/ 20999 h 60692"/>
                  <a:gd name="connsiteX30" fmla="*/ 14372 w 42088"/>
                  <a:gd name="connsiteY30" fmla="*/ 23560 h 60692"/>
                  <a:gd name="connsiteX31" fmla="*/ 18991 w 42088"/>
                  <a:gd name="connsiteY31" fmla="*/ 25096 h 60692"/>
                  <a:gd name="connsiteX32" fmla="*/ 24894 w 42088"/>
                  <a:gd name="connsiteY32" fmla="*/ 26633 h 60692"/>
                  <a:gd name="connsiteX33" fmla="*/ 30797 w 42088"/>
                  <a:gd name="connsiteY33" fmla="*/ 28938 h 60692"/>
                  <a:gd name="connsiteX34" fmla="*/ 36186 w 42088"/>
                  <a:gd name="connsiteY34" fmla="*/ 32011 h 60692"/>
                  <a:gd name="connsiteX35" fmla="*/ 40549 w 42088"/>
                  <a:gd name="connsiteY35" fmla="*/ 36620 h 60692"/>
                  <a:gd name="connsiteX36" fmla="*/ 42089 w 42088"/>
                  <a:gd name="connsiteY36" fmla="*/ 43535 h 60692"/>
                  <a:gd name="connsiteX37" fmla="*/ 39522 w 42088"/>
                  <a:gd name="connsiteY37" fmla="*/ 52498 h 60692"/>
                  <a:gd name="connsiteX38" fmla="*/ 32080 w 42088"/>
                  <a:gd name="connsiteY38" fmla="*/ 58388 h 60692"/>
                  <a:gd name="connsiteX39" fmla="*/ 20531 w 42088"/>
                  <a:gd name="connsiteY39" fmla="*/ 60692 h 60692"/>
                  <a:gd name="connsiteX40" fmla="*/ 21045 w 42088"/>
                  <a:gd name="connsiteY40" fmla="*/ 60180 h 60692"/>
                  <a:gd name="connsiteX41" fmla="*/ 20788 w 42088"/>
                  <a:gd name="connsiteY41" fmla="*/ 60180 h 60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42088" h="60692">
                    <a:moveTo>
                      <a:pt x="21558" y="60180"/>
                    </a:moveTo>
                    <a:cubicBezTo>
                      <a:pt x="17195" y="60180"/>
                      <a:pt x="13858" y="59668"/>
                      <a:pt x="10522" y="57875"/>
                    </a:cubicBezTo>
                    <a:cubicBezTo>
                      <a:pt x="7186" y="56083"/>
                      <a:pt x="4619" y="54802"/>
                      <a:pt x="3080" y="51985"/>
                    </a:cubicBezTo>
                    <a:cubicBezTo>
                      <a:pt x="1540" y="49169"/>
                      <a:pt x="513" y="46095"/>
                      <a:pt x="0" y="43022"/>
                    </a:cubicBezTo>
                    <a:lnTo>
                      <a:pt x="8982" y="43022"/>
                    </a:lnTo>
                    <a:cubicBezTo>
                      <a:pt x="8982" y="45327"/>
                      <a:pt x="10009" y="46864"/>
                      <a:pt x="11292" y="48400"/>
                    </a:cubicBezTo>
                    <a:cubicBezTo>
                      <a:pt x="12575" y="49937"/>
                      <a:pt x="13858" y="50961"/>
                      <a:pt x="15912" y="51473"/>
                    </a:cubicBezTo>
                    <a:cubicBezTo>
                      <a:pt x="17965" y="51985"/>
                      <a:pt x="19761" y="52498"/>
                      <a:pt x="22071" y="52498"/>
                    </a:cubicBezTo>
                    <a:cubicBezTo>
                      <a:pt x="24381" y="52498"/>
                      <a:pt x="26690" y="52498"/>
                      <a:pt x="28230" y="51473"/>
                    </a:cubicBezTo>
                    <a:cubicBezTo>
                      <a:pt x="29770" y="50449"/>
                      <a:pt x="31310" y="49169"/>
                      <a:pt x="32850" y="48400"/>
                    </a:cubicBezTo>
                    <a:cubicBezTo>
                      <a:pt x="34390" y="47632"/>
                      <a:pt x="34390" y="45327"/>
                      <a:pt x="34390" y="43791"/>
                    </a:cubicBezTo>
                    <a:cubicBezTo>
                      <a:pt x="34390" y="42254"/>
                      <a:pt x="34390" y="40718"/>
                      <a:pt x="32850" y="39437"/>
                    </a:cubicBezTo>
                    <a:cubicBezTo>
                      <a:pt x="31310" y="38157"/>
                      <a:pt x="30540" y="37132"/>
                      <a:pt x="29000" y="36876"/>
                    </a:cubicBezTo>
                    <a:cubicBezTo>
                      <a:pt x="27461" y="36620"/>
                      <a:pt x="25151" y="35340"/>
                      <a:pt x="23098" y="34572"/>
                    </a:cubicBezTo>
                    <a:lnTo>
                      <a:pt x="16168" y="32267"/>
                    </a:lnTo>
                    <a:cubicBezTo>
                      <a:pt x="11549" y="31242"/>
                      <a:pt x="7699" y="29194"/>
                      <a:pt x="5133" y="26377"/>
                    </a:cubicBezTo>
                    <a:cubicBezTo>
                      <a:pt x="2566" y="23560"/>
                      <a:pt x="770" y="20487"/>
                      <a:pt x="770" y="17158"/>
                    </a:cubicBezTo>
                    <a:cubicBezTo>
                      <a:pt x="770" y="13829"/>
                      <a:pt x="1797" y="11012"/>
                      <a:pt x="3336" y="8195"/>
                    </a:cubicBezTo>
                    <a:cubicBezTo>
                      <a:pt x="4876" y="5378"/>
                      <a:pt x="7699" y="3841"/>
                      <a:pt x="10779" y="2305"/>
                    </a:cubicBezTo>
                    <a:cubicBezTo>
                      <a:pt x="13858" y="768"/>
                      <a:pt x="16938" y="0"/>
                      <a:pt x="21301" y="0"/>
                    </a:cubicBezTo>
                    <a:cubicBezTo>
                      <a:pt x="25664" y="0"/>
                      <a:pt x="28744" y="512"/>
                      <a:pt x="31823" y="2305"/>
                    </a:cubicBezTo>
                    <a:cubicBezTo>
                      <a:pt x="34903" y="4097"/>
                      <a:pt x="37213" y="5378"/>
                      <a:pt x="38753" y="8195"/>
                    </a:cubicBezTo>
                    <a:cubicBezTo>
                      <a:pt x="40293" y="11012"/>
                      <a:pt x="41319" y="13573"/>
                      <a:pt x="41319" y="16646"/>
                    </a:cubicBezTo>
                    <a:lnTo>
                      <a:pt x="32850" y="16646"/>
                    </a:lnTo>
                    <a:cubicBezTo>
                      <a:pt x="32850" y="14085"/>
                      <a:pt x="31310" y="12036"/>
                      <a:pt x="29000" y="10500"/>
                    </a:cubicBezTo>
                    <a:cubicBezTo>
                      <a:pt x="26690" y="8963"/>
                      <a:pt x="24381" y="8195"/>
                      <a:pt x="20531" y="8195"/>
                    </a:cubicBezTo>
                    <a:cubicBezTo>
                      <a:pt x="16682" y="8195"/>
                      <a:pt x="16168" y="8195"/>
                      <a:pt x="14372" y="9219"/>
                    </a:cubicBezTo>
                    <a:cubicBezTo>
                      <a:pt x="12575" y="10243"/>
                      <a:pt x="11292" y="10756"/>
                      <a:pt x="10009" y="12292"/>
                    </a:cubicBezTo>
                    <a:cubicBezTo>
                      <a:pt x="8726" y="13829"/>
                      <a:pt x="8469" y="14853"/>
                      <a:pt x="8469" y="16646"/>
                    </a:cubicBezTo>
                    <a:cubicBezTo>
                      <a:pt x="8469" y="18438"/>
                      <a:pt x="8982" y="19719"/>
                      <a:pt x="10009" y="20999"/>
                    </a:cubicBezTo>
                    <a:cubicBezTo>
                      <a:pt x="11035" y="22279"/>
                      <a:pt x="12575" y="23304"/>
                      <a:pt x="14372" y="23560"/>
                    </a:cubicBezTo>
                    <a:cubicBezTo>
                      <a:pt x="16168" y="23816"/>
                      <a:pt x="17451" y="24584"/>
                      <a:pt x="18991" y="25096"/>
                    </a:cubicBezTo>
                    <a:lnTo>
                      <a:pt x="24894" y="26633"/>
                    </a:lnTo>
                    <a:cubicBezTo>
                      <a:pt x="26434" y="26633"/>
                      <a:pt x="28744" y="27657"/>
                      <a:pt x="30797" y="28938"/>
                    </a:cubicBezTo>
                    <a:cubicBezTo>
                      <a:pt x="32850" y="30218"/>
                      <a:pt x="34646" y="30474"/>
                      <a:pt x="36186" y="32011"/>
                    </a:cubicBezTo>
                    <a:cubicBezTo>
                      <a:pt x="37726" y="33547"/>
                      <a:pt x="39266" y="34572"/>
                      <a:pt x="40549" y="36620"/>
                    </a:cubicBezTo>
                    <a:cubicBezTo>
                      <a:pt x="41832" y="38669"/>
                      <a:pt x="42089" y="40974"/>
                      <a:pt x="42089" y="43535"/>
                    </a:cubicBezTo>
                    <a:cubicBezTo>
                      <a:pt x="42089" y="46095"/>
                      <a:pt x="41062" y="49681"/>
                      <a:pt x="39522" y="52498"/>
                    </a:cubicBezTo>
                    <a:cubicBezTo>
                      <a:pt x="37983" y="55315"/>
                      <a:pt x="35160" y="57107"/>
                      <a:pt x="32080" y="58388"/>
                    </a:cubicBezTo>
                    <a:cubicBezTo>
                      <a:pt x="29000" y="59668"/>
                      <a:pt x="25151" y="60692"/>
                      <a:pt x="20531" y="60692"/>
                    </a:cubicBezTo>
                    <a:lnTo>
                      <a:pt x="21045" y="60180"/>
                    </a:lnTo>
                    <a:lnTo>
                      <a:pt x="20788" y="60180"/>
                    </a:lnTo>
                    <a:close/>
                  </a:path>
                </a:pathLst>
              </a:custGeom>
              <a:grpFill/>
              <a:ln w="25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>
                  <a:solidFill>
                    <a:schemeClr val="bg1"/>
                  </a:solidFill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F3F9C268-269A-D3C2-B336-7B2ECF988DF0}"/>
                  </a:ext>
                </a:extLst>
              </p:cNvPr>
              <p:cNvSpPr/>
              <p:nvPr/>
            </p:nvSpPr>
            <p:spPr>
              <a:xfrm>
                <a:off x="3039126" y="1220871"/>
                <a:ext cx="60567" cy="58387"/>
              </a:xfrm>
              <a:custGeom>
                <a:avLst/>
                <a:gdLst>
                  <a:gd name="connsiteX0" fmla="*/ 770 w 60567"/>
                  <a:gd name="connsiteY0" fmla="*/ 57875 h 58387"/>
                  <a:gd name="connsiteX1" fmla="*/ 770 w 60567"/>
                  <a:gd name="connsiteY1" fmla="*/ 0 h 58387"/>
                  <a:gd name="connsiteX2" fmla="*/ 13859 w 60567"/>
                  <a:gd name="connsiteY2" fmla="*/ 0 h 58387"/>
                  <a:gd name="connsiteX3" fmla="*/ 26691 w 60567"/>
                  <a:gd name="connsiteY3" fmla="*/ 33035 h 58387"/>
                  <a:gd name="connsiteX4" fmla="*/ 27717 w 60567"/>
                  <a:gd name="connsiteY4" fmla="*/ 36876 h 58387"/>
                  <a:gd name="connsiteX5" fmla="*/ 29257 w 60567"/>
                  <a:gd name="connsiteY5" fmla="*/ 41486 h 58387"/>
                  <a:gd name="connsiteX6" fmla="*/ 30797 w 60567"/>
                  <a:gd name="connsiteY6" fmla="*/ 46864 h 58387"/>
                  <a:gd name="connsiteX7" fmla="*/ 31823 w 60567"/>
                  <a:gd name="connsiteY7" fmla="*/ 51473 h 58387"/>
                  <a:gd name="connsiteX8" fmla="*/ 29514 w 60567"/>
                  <a:gd name="connsiteY8" fmla="*/ 51473 h 58387"/>
                  <a:gd name="connsiteX9" fmla="*/ 30540 w 60567"/>
                  <a:gd name="connsiteY9" fmla="*/ 46864 h 58387"/>
                  <a:gd name="connsiteX10" fmla="*/ 32080 w 60567"/>
                  <a:gd name="connsiteY10" fmla="*/ 41486 h 58387"/>
                  <a:gd name="connsiteX11" fmla="*/ 33620 w 60567"/>
                  <a:gd name="connsiteY11" fmla="*/ 36876 h 58387"/>
                  <a:gd name="connsiteX12" fmla="*/ 34646 w 60567"/>
                  <a:gd name="connsiteY12" fmla="*/ 33035 h 58387"/>
                  <a:gd name="connsiteX13" fmla="*/ 47478 w 60567"/>
                  <a:gd name="connsiteY13" fmla="*/ 0 h 58387"/>
                  <a:gd name="connsiteX14" fmla="*/ 60567 w 60567"/>
                  <a:gd name="connsiteY14" fmla="*/ 0 h 58387"/>
                  <a:gd name="connsiteX15" fmla="*/ 60567 w 60567"/>
                  <a:gd name="connsiteY15" fmla="*/ 57875 h 58387"/>
                  <a:gd name="connsiteX16" fmla="*/ 51585 w 60567"/>
                  <a:gd name="connsiteY16" fmla="*/ 57875 h 58387"/>
                  <a:gd name="connsiteX17" fmla="*/ 51585 w 60567"/>
                  <a:gd name="connsiteY17" fmla="*/ 6146 h 58387"/>
                  <a:gd name="connsiteX18" fmla="*/ 52098 w 60567"/>
                  <a:gd name="connsiteY18" fmla="*/ 6146 h 58387"/>
                  <a:gd name="connsiteX19" fmla="*/ 50558 w 60567"/>
                  <a:gd name="connsiteY19" fmla="*/ 12036 h 58387"/>
                  <a:gd name="connsiteX20" fmla="*/ 49018 w 60567"/>
                  <a:gd name="connsiteY20" fmla="*/ 17926 h 58387"/>
                  <a:gd name="connsiteX21" fmla="*/ 47478 w 60567"/>
                  <a:gd name="connsiteY21" fmla="*/ 23304 h 58387"/>
                  <a:gd name="connsiteX22" fmla="*/ 45939 w 60567"/>
                  <a:gd name="connsiteY22" fmla="*/ 27145 h 58387"/>
                  <a:gd name="connsiteX23" fmla="*/ 34390 w 60567"/>
                  <a:gd name="connsiteY23" fmla="*/ 58388 h 58387"/>
                  <a:gd name="connsiteX24" fmla="*/ 26947 w 60567"/>
                  <a:gd name="connsiteY24" fmla="*/ 58388 h 58387"/>
                  <a:gd name="connsiteX25" fmla="*/ 14885 w 60567"/>
                  <a:gd name="connsiteY25" fmla="*/ 27145 h 58387"/>
                  <a:gd name="connsiteX26" fmla="*/ 13345 w 60567"/>
                  <a:gd name="connsiteY26" fmla="*/ 23304 h 58387"/>
                  <a:gd name="connsiteX27" fmla="*/ 11806 w 60567"/>
                  <a:gd name="connsiteY27" fmla="*/ 17926 h 58387"/>
                  <a:gd name="connsiteX28" fmla="*/ 10266 w 60567"/>
                  <a:gd name="connsiteY28" fmla="*/ 12036 h 58387"/>
                  <a:gd name="connsiteX29" fmla="*/ 7956 w 60567"/>
                  <a:gd name="connsiteY29" fmla="*/ 6146 h 58387"/>
                  <a:gd name="connsiteX30" fmla="*/ 8469 w 60567"/>
                  <a:gd name="connsiteY30" fmla="*/ 6146 h 58387"/>
                  <a:gd name="connsiteX31" fmla="*/ 8469 w 60567"/>
                  <a:gd name="connsiteY31" fmla="*/ 57875 h 58387"/>
                  <a:gd name="connsiteX32" fmla="*/ 0 w 60567"/>
                  <a:gd name="connsiteY32" fmla="*/ 57875 h 58387"/>
                  <a:gd name="connsiteX33" fmla="*/ 1027 w 60567"/>
                  <a:gd name="connsiteY33" fmla="*/ 57875 h 58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60567" h="58387">
                    <a:moveTo>
                      <a:pt x="770" y="57875"/>
                    </a:moveTo>
                    <a:lnTo>
                      <a:pt x="770" y="0"/>
                    </a:lnTo>
                    <a:lnTo>
                      <a:pt x="13859" y="0"/>
                    </a:lnTo>
                    <a:lnTo>
                      <a:pt x="26691" y="33035"/>
                    </a:lnTo>
                    <a:cubicBezTo>
                      <a:pt x="26691" y="34059"/>
                      <a:pt x="27204" y="35340"/>
                      <a:pt x="27717" y="36876"/>
                    </a:cubicBezTo>
                    <a:cubicBezTo>
                      <a:pt x="28230" y="38413"/>
                      <a:pt x="28744" y="39949"/>
                      <a:pt x="29257" y="41486"/>
                    </a:cubicBezTo>
                    <a:cubicBezTo>
                      <a:pt x="29770" y="43022"/>
                      <a:pt x="30284" y="45327"/>
                      <a:pt x="30797" y="46864"/>
                    </a:cubicBezTo>
                    <a:cubicBezTo>
                      <a:pt x="31310" y="48400"/>
                      <a:pt x="31823" y="49937"/>
                      <a:pt x="31823" y="51473"/>
                    </a:cubicBezTo>
                    <a:lnTo>
                      <a:pt x="29514" y="51473"/>
                    </a:lnTo>
                    <a:cubicBezTo>
                      <a:pt x="29514" y="50449"/>
                      <a:pt x="30027" y="48912"/>
                      <a:pt x="30540" y="46864"/>
                    </a:cubicBezTo>
                    <a:cubicBezTo>
                      <a:pt x="31054" y="44815"/>
                      <a:pt x="31567" y="43791"/>
                      <a:pt x="32080" y="41486"/>
                    </a:cubicBezTo>
                    <a:cubicBezTo>
                      <a:pt x="32593" y="39181"/>
                      <a:pt x="33107" y="38413"/>
                      <a:pt x="33620" y="36876"/>
                    </a:cubicBezTo>
                    <a:cubicBezTo>
                      <a:pt x="34133" y="35340"/>
                      <a:pt x="34646" y="34316"/>
                      <a:pt x="34646" y="33035"/>
                    </a:cubicBezTo>
                    <a:lnTo>
                      <a:pt x="47478" y="0"/>
                    </a:lnTo>
                    <a:lnTo>
                      <a:pt x="60567" y="0"/>
                    </a:lnTo>
                    <a:lnTo>
                      <a:pt x="60567" y="57875"/>
                    </a:lnTo>
                    <a:lnTo>
                      <a:pt x="51585" y="57875"/>
                    </a:lnTo>
                    <a:lnTo>
                      <a:pt x="51585" y="6146"/>
                    </a:lnTo>
                    <a:lnTo>
                      <a:pt x="52098" y="6146"/>
                    </a:lnTo>
                    <a:cubicBezTo>
                      <a:pt x="52098" y="8451"/>
                      <a:pt x="51071" y="9987"/>
                      <a:pt x="50558" y="12036"/>
                    </a:cubicBezTo>
                    <a:cubicBezTo>
                      <a:pt x="50045" y="14085"/>
                      <a:pt x="49532" y="15877"/>
                      <a:pt x="49018" y="17926"/>
                    </a:cubicBezTo>
                    <a:cubicBezTo>
                      <a:pt x="48505" y="19975"/>
                      <a:pt x="47992" y="21767"/>
                      <a:pt x="47478" y="23304"/>
                    </a:cubicBezTo>
                    <a:cubicBezTo>
                      <a:pt x="46965" y="24840"/>
                      <a:pt x="46452" y="25865"/>
                      <a:pt x="45939" y="27145"/>
                    </a:cubicBezTo>
                    <a:lnTo>
                      <a:pt x="34390" y="58388"/>
                    </a:lnTo>
                    <a:lnTo>
                      <a:pt x="26947" y="58388"/>
                    </a:lnTo>
                    <a:lnTo>
                      <a:pt x="14885" y="27145"/>
                    </a:lnTo>
                    <a:cubicBezTo>
                      <a:pt x="14885" y="26121"/>
                      <a:pt x="13859" y="24840"/>
                      <a:pt x="13345" y="23304"/>
                    </a:cubicBezTo>
                    <a:cubicBezTo>
                      <a:pt x="12832" y="21767"/>
                      <a:pt x="12319" y="20231"/>
                      <a:pt x="11806" y="17926"/>
                    </a:cubicBezTo>
                    <a:cubicBezTo>
                      <a:pt x="11292" y="15621"/>
                      <a:pt x="10779" y="14085"/>
                      <a:pt x="10266" y="12036"/>
                    </a:cubicBezTo>
                    <a:cubicBezTo>
                      <a:pt x="9752" y="9987"/>
                      <a:pt x="9239" y="7683"/>
                      <a:pt x="7956" y="6146"/>
                    </a:cubicBezTo>
                    <a:lnTo>
                      <a:pt x="8469" y="6146"/>
                    </a:lnTo>
                    <a:lnTo>
                      <a:pt x="8469" y="57875"/>
                    </a:lnTo>
                    <a:lnTo>
                      <a:pt x="0" y="57875"/>
                    </a:lnTo>
                    <a:lnTo>
                      <a:pt x="1027" y="57875"/>
                    </a:lnTo>
                    <a:close/>
                  </a:path>
                </a:pathLst>
              </a:custGeom>
              <a:grpFill/>
              <a:ln w="256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F565926-25C4-B90E-8614-9A5ABB87F6AD}"/>
              </a:ext>
            </a:extLst>
          </p:cNvPr>
          <p:cNvSpPr/>
          <p:nvPr/>
        </p:nvSpPr>
        <p:spPr>
          <a:xfrm>
            <a:off x="-5988588" y="6304000"/>
            <a:ext cx="11913080" cy="4740063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9D7124C-FAA3-27D9-B1D9-18B42D348819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BC0DF6AB-AE46-2FF2-E339-0280589ED8E1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accent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44C6D-C81A-F356-27DD-32BDF27A7012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accent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C8A6064F-28D0-BD0E-8EF2-8D68E4C8E2D8}"/>
              </a:ext>
            </a:extLst>
          </p:cNvPr>
          <p:cNvSpPr txBox="1"/>
          <p:nvPr/>
        </p:nvSpPr>
        <p:spPr>
          <a:xfrm>
            <a:off x="253173" y="2157700"/>
            <a:ext cx="3247465" cy="64459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lang="en-US" sz="4500" b="0" i="0">
                <a:solidFill>
                  <a:schemeClr val="accent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7402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roduct-feature-callou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5516" y="1484483"/>
            <a:ext cx="2447199" cy="2213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516" y="1705787"/>
            <a:ext cx="2447199" cy="923114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3408" y="2751915"/>
            <a:ext cx="2447198" cy="62865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51284D-8292-6A80-268A-D667AA900C7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9210" y="1696281"/>
            <a:ext cx="1326356" cy="6286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BCF91A5-1ADB-E101-1386-E6592B683AC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169210" y="2997639"/>
            <a:ext cx="1326356" cy="6286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0621E7C-3641-9228-9E3B-B6CE924B01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66889" y="1226192"/>
            <a:ext cx="1326356" cy="628650"/>
          </a:xfrm>
          <a:prstGeom prst="rect">
            <a:avLst/>
          </a:prstGeom>
        </p:spPr>
        <p:txBody>
          <a:bodyPr lIns="13716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F67B6D65-433D-DC85-2452-60F1F55E84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66889" y="2345910"/>
            <a:ext cx="1326356" cy="628650"/>
          </a:xfrm>
          <a:prstGeom prst="rect">
            <a:avLst/>
          </a:prstGeom>
        </p:spPr>
        <p:txBody>
          <a:bodyPr lIns="13716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01BD0DE9-267B-FF6B-343B-F1063C5320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66889" y="3574854"/>
            <a:ext cx="1326356" cy="628650"/>
          </a:xfrm>
          <a:prstGeom prst="rect">
            <a:avLst/>
          </a:prstGeom>
        </p:spPr>
        <p:txBody>
          <a:bodyPr lIns="13716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05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add feature callout here with details lorem ipsum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6AA1F452-41D5-6B1F-5CDA-394C2DE587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43476" y="322638"/>
            <a:ext cx="2240477" cy="4519892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035AA-3C57-40FD-A852-C9228215B95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70022" y="669931"/>
            <a:ext cx="1983921" cy="3978269"/>
          </a:xfrm>
          <a:prstGeom prst="roundRect">
            <a:avLst>
              <a:gd name="adj" fmla="val 5847"/>
            </a:avLst>
          </a:prstGeom>
          <a:ln>
            <a:noFill/>
          </a:ln>
        </p:spPr>
        <p:txBody>
          <a:bodyPr lIns="0" tIns="0" rIns="0" bIns="0" anchor="ctr" anchorCtr="0"/>
          <a:lstStyle>
            <a:lvl1pPr marL="0" indent="0" algn="ctr">
              <a:buNone/>
              <a:defRPr sz="13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9539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yebrow-text-simple-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4017DAD-E82B-45C8-B8EF-5AF81CB7AE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7896" y="217608"/>
            <a:ext cx="3112205" cy="19557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013" b="1" i="0" cap="all" baseline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F16D866-536D-23A0-D613-94F104142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896" y="438912"/>
            <a:ext cx="7839920" cy="42489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>
              <a:lnSpc>
                <a:spcPct val="90000"/>
              </a:lnSpc>
              <a:defRPr sz="2250" b="0" i="0">
                <a:solidFill>
                  <a:schemeClr val="accent1"/>
                </a:solidFill>
                <a:latin typeface="Frank Ruhl Libre" pitchFamily="2" charset="-79"/>
                <a:ea typeface="Frank Ruhl Libre" pitchFamily="2" charset="-79"/>
                <a:cs typeface="Frank Ruhl Libre" pitchFamily="2" charset="-79"/>
              </a:defRPr>
            </a:lvl1pPr>
          </a:lstStyle>
          <a:p>
            <a:r>
              <a:rPr lang="en-US"/>
              <a:t>Click to add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EB316E0-DC33-33A2-7677-D32B98E7D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5787" y="788670"/>
            <a:ext cx="7839920" cy="3570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500" b="0" i="0">
                <a:solidFill>
                  <a:schemeClr val="accent6">
                    <a:lumMod val="25000"/>
                  </a:schemeClr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add subhead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5540D-CE02-FF20-C8B0-7510BDF16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5744" y="1639491"/>
            <a:ext cx="5912644" cy="2587228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defRPr sz="1238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defRPr sz="1088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defRPr sz="900"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3pPr>
            <a:lvl4pPr>
              <a:defRPr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4pPr>
            <a:lvl5pPr>
              <a:defRPr b="0" i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5119537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gue-dark-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2DC1E95-90DB-CB28-48EA-A2AE80565B4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41232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5B04837C-45F8-9A15-E784-B98397DB1B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3" y="2127275"/>
            <a:ext cx="7223233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8BBFE05-8452-84D7-447C-CECBAD2263C3}"/>
              </a:ext>
            </a:extLst>
          </p:cNvPr>
          <p:cNvGrpSpPr/>
          <p:nvPr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BC607CC6-951B-0C58-E7FB-3B5D67FD438F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48FCABE-DB98-0CC8-A29E-96CC2E6AF288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C8CC249-85A9-ECC0-E788-2D3CF4A14F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7012" y="1841232"/>
            <a:ext cx="5563553" cy="195579"/>
          </a:xfrm>
          <a:prstGeom prst="rect">
            <a:avLst/>
          </a:prstGeom>
        </p:spPr>
        <p:txBody>
          <a:bodyPr lIns="0" tIns="0">
            <a:noAutofit/>
          </a:bodyPr>
          <a:lstStyle>
            <a:lvl1pPr marL="0" indent="0" algn="l">
              <a:buNone/>
              <a:defRPr sz="1125" b="1" i="0">
                <a:solidFill>
                  <a:schemeClr val="accent2"/>
                </a:solidFill>
                <a:latin typeface="Segoe UI Semibold" panose="020B0502040204020203" pitchFamily="34" charset="0"/>
                <a:ea typeface="Frank Ruhl Libre Light" pitchFamily="2" charset="-79"/>
                <a:cs typeface="Segoe UI Semibold" panose="020B0502040204020203" pitchFamily="34" charset="0"/>
              </a:defRPr>
            </a:lvl1pPr>
            <a:lvl2pPr marL="342900" indent="0">
              <a:buNone/>
              <a:defRPr sz="1200" b="1"/>
            </a:lvl2pPr>
            <a:lvl3pPr marL="685800" indent="0">
              <a:buNone/>
              <a:defRPr sz="12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6AE43DC3-CDFD-98F3-BF95-0993932CC0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963" y="2127275"/>
            <a:ext cx="7223233" cy="767993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500" b="0" i="0" spc="-23" baseline="0">
                <a:solidFill>
                  <a:schemeClr val="bg1"/>
                </a:solidFill>
                <a:latin typeface="Frank Ruhl Libre Light" pitchFamily="2" charset="-79"/>
                <a:ea typeface="Frank Ruhl Libre Light" pitchFamily="2" charset="-79"/>
                <a:cs typeface="Frank Ruhl Libre Light" pitchFamily="2" charset="-79"/>
              </a:defRPr>
            </a:lvl1pPr>
          </a:lstStyle>
          <a:p>
            <a:pPr lvl="0"/>
            <a:r>
              <a:rPr lang="en-US"/>
              <a:t>Section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4D5AC26-7BA6-175F-63CC-3FC831854674}"/>
              </a:ext>
            </a:extLst>
          </p:cNvPr>
          <p:cNvGrpSpPr/>
          <p:nvPr userDrawn="1"/>
        </p:nvGrpSpPr>
        <p:grpSpPr>
          <a:xfrm>
            <a:off x="6391275" y="3652308"/>
            <a:ext cx="2876550" cy="2297645"/>
            <a:chOff x="8107686" y="3508443"/>
            <a:chExt cx="3957010" cy="3160663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33DD5CF-2D18-8D79-B4F2-296D5BCB25F0}"/>
                </a:ext>
              </a:extLst>
            </p:cNvPr>
            <p:cNvSpPr/>
            <p:nvPr userDrawn="1"/>
          </p:nvSpPr>
          <p:spPr>
            <a:xfrm>
              <a:off x="8107686" y="3508443"/>
              <a:ext cx="3157816" cy="1577502"/>
            </a:xfrm>
            <a:custGeom>
              <a:avLst/>
              <a:gdLst>
                <a:gd name="connsiteX0" fmla="*/ 90329 w 187483"/>
                <a:gd name="connsiteY0" fmla="*/ 35528 h 93658"/>
                <a:gd name="connsiteX1" fmla="*/ 86965 w 187483"/>
                <a:gd name="connsiteY1" fmla="*/ 6882 h 93658"/>
                <a:gd name="connsiteX2" fmla="*/ 53995 w 187483"/>
                <a:gd name="connsiteY2" fmla="*/ 6882 h 93658"/>
                <a:gd name="connsiteX3" fmla="*/ 50183 w 187483"/>
                <a:gd name="connsiteY3" fmla="*/ 34856 h 93658"/>
                <a:gd name="connsiteX4" fmla="*/ 34932 w 187483"/>
                <a:gd name="connsiteY4" fmla="*/ 50074 h 93658"/>
                <a:gd name="connsiteX5" fmla="*/ 6897 w 187483"/>
                <a:gd name="connsiteY5" fmla="*/ 53879 h 93658"/>
                <a:gd name="connsiteX6" fmla="*/ 6897 w 187483"/>
                <a:gd name="connsiteY6" fmla="*/ 86777 h 93658"/>
                <a:gd name="connsiteX7" fmla="*/ 39866 w 187483"/>
                <a:gd name="connsiteY7" fmla="*/ 86777 h 93658"/>
                <a:gd name="connsiteX8" fmla="*/ 43679 w 187483"/>
                <a:gd name="connsiteY8" fmla="*/ 58802 h 93658"/>
                <a:gd name="connsiteX9" fmla="*/ 58930 w 187483"/>
                <a:gd name="connsiteY9" fmla="*/ 43584 h 93658"/>
                <a:gd name="connsiteX10" fmla="*/ 81582 w 187483"/>
                <a:gd name="connsiteY10" fmla="*/ 43808 h 93658"/>
                <a:gd name="connsiteX11" fmla="*/ 97057 w 187483"/>
                <a:gd name="connsiteY11" fmla="*/ 59250 h 93658"/>
                <a:gd name="connsiteX12" fmla="*/ 101094 w 187483"/>
                <a:gd name="connsiteY12" fmla="*/ 86777 h 93658"/>
                <a:gd name="connsiteX13" fmla="*/ 134063 w 187483"/>
                <a:gd name="connsiteY13" fmla="*/ 86777 h 93658"/>
                <a:gd name="connsiteX14" fmla="*/ 137203 w 187483"/>
                <a:gd name="connsiteY14" fmla="*/ 57683 h 93658"/>
                <a:gd name="connsiteX15" fmla="*/ 137876 w 187483"/>
                <a:gd name="connsiteY15" fmla="*/ 58355 h 93658"/>
                <a:gd name="connsiteX16" fmla="*/ 152903 w 187483"/>
                <a:gd name="connsiteY16" fmla="*/ 43361 h 93658"/>
                <a:gd name="connsiteX17" fmla="*/ 181162 w 187483"/>
                <a:gd name="connsiteY17" fmla="*/ 39780 h 93658"/>
                <a:gd name="connsiteX18" fmla="*/ 181162 w 187483"/>
                <a:gd name="connsiteY18" fmla="*/ 6882 h 93658"/>
                <a:gd name="connsiteX19" fmla="*/ 148193 w 187483"/>
                <a:gd name="connsiteY19" fmla="*/ 6882 h 93658"/>
                <a:gd name="connsiteX20" fmla="*/ 144380 w 187483"/>
                <a:gd name="connsiteY20" fmla="*/ 34856 h 93658"/>
                <a:gd name="connsiteX21" fmla="*/ 129353 w 187483"/>
                <a:gd name="connsiteY21" fmla="*/ 49851 h 93658"/>
                <a:gd name="connsiteX22" fmla="*/ 130251 w 187483"/>
                <a:gd name="connsiteY22" fmla="*/ 50746 h 93658"/>
                <a:gd name="connsiteX23" fmla="*/ 105580 w 187483"/>
                <a:gd name="connsiteY23" fmla="*/ 50522 h 93658"/>
                <a:gd name="connsiteX24" fmla="*/ 90553 w 187483"/>
                <a:gd name="connsiteY24" fmla="*/ 35528 h 93658"/>
                <a:gd name="connsiteX25" fmla="*/ 90553 w 187483"/>
                <a:gd name="connsiteY25" fmla="*/ 35528 h 93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7483" h="93658">
                  <a:moveTo>
                    <a:pt x="90329" y="35528"/>
                  </a:moveTo>
                  <a:cubicBezTo>
                    <a:pt x="95711" y="26576"/>
                    <a:pt x="94590" y="14715"/>
                    <a:pt x="86965" y="6882"/>
                  </a:cubicBezTo>
                  <a:cubicBezTo>
                    <a:pt x="77769" y="-2294"/>
                    <a:pt x="62967" y="-2294"/>
                    <a:pt x="53995" y="6882"/>
                  </a:cubicBezTo>
                  <a:cubicBezTo>
                    <a:pt x="46370" y="14491"/>
                    <a:pt x="45024" y="26128"/>
                    <a:pt x="50183" y="34856"/>
                  </a:cubicBezTo>
                  <a:lnTo>
                    <a:pt x="34932" y="50074"/>
                  </a:lnTo>
                  <a:cubicBezTo>
                    <a:pt x="25960" y="44927"/>
                    <a:pt x="14522" y="46270"/>
                    <a:pt x="6897" y="53879"/>
                  </a:cubicBezTo>
                  <a:cubicBezTo>
                    <a:pt x="-2299" y="63055"/>
                    <a:pt x="-2299" y="77825"/>
                    <a:pt x="6897" y="86777"/>
                  </a:cubicBezTo>
                  <a:cubicBezTo>
                    <a:pt x="16092" y="95953"/>
                    <a:pt x="30895" y="95953"/>
                    <a:pt x="39866" y="86777"/>
                  </a:cubicBezTo>
                  <a:cubicBezTo>
                    <a:pt x="47491" y="79168"/>
                    <a:pt x="48837" y="67531"/>
                    <a:pt x="43679" y="58802"/>
                  </a:cubicBezTo>
                  <a:lnTo>
                    <a:pt x="58930" y="43584"/>
                  </a:lnTo>
                  <a:cubicBezTo>
                    <a:pt x="65882" y="47613"/>
                    <a:pt x="74629" y="47613"/>
                    <a:pt x="81582" y="43808"/>
                  </a:cubicBezTo>
                  <a:lnTo>
                    <a:pt x="97057" y="59250"/>
                  </a:lnTo>
                  <a:cubicBezTo>
                    <a:pt x="92347" y="68202"/>
                    <a:pt x="93693" y="79392"/>
                    <a:pt x="101094" y="86777"/>
                  </a:cubicBezTo>
                  <a:cubicBezTo>
                    <a:pt x="108495" y="94162"/>
                    <a:pt x="125092" y="95953"/>
                    <a:pt x="134063" y="86777"/>
                  </a:cubicBezTo>
                  <a:cubicBezTo>
                    <a:pt x="141913" y="78944"/>
                    <a:pt x="143035" y="66859"/>
                    <a:pt x="137203" y="57683"/>
                  </a:cubicBezTo>
                  <a:lnTo>
                    <a:pt x="137876" y="58355"/>
                  </a:lnTo>
                  <a:lnTo>
                    <a:pt x="152903" y="43361"/>
                  </a:lnTo>
                  <a:cubicBezTo>
                    <a:pt x="161874" y="48508"/>
                    <a:pt x="173537" y="47389"/>
                    <a:pt x="181162" y="39780"/>
                  </a:cubicBezTo>
                  <a:cubicBezTo>
                    <a:pt x="188788" y="32171"/>
                    <a:pt x="190358" y="15834"/>
                    <a:pt x="181162" y="6882"/>
                  </a:cubicBezTo>
                  <a:cubicBezTo>
                    <a:pt x="171967" y="-2294"/>
                    <a:pt x="157164" y="-2294"/>
                    <a:pt x="148193" y="6882"/>
                  </a:cubicBezTo>
                  <a:cubicBezTo>
                    <a:pt x="140568" y="14491"/>
                    <a:pt x="139222" y="25904"/>
                    <a:pt x="144380" y="34856"/>
                  </a:cubicBezTo>
                  <a:lnTo>
                    <a:pt x="129353" y="49851"/>
                  </a:lnTo>
                  <a:lnTo>
                    <a:pt x="130251" y="50746"/>
                  </a:lnTo>
                  <a:cubicBezTo>
                    <a:pt x="122849" y="46046"/>
                    <a:pt x="113205" y="45822"/>
                    <a:pt x="105580" y="50522"/>
                  </a:cubicBezTo>
                  <a:lnTo>
                    <a:pt x="90553" y="35528"/>
                  </a:lnTo>
                  <a:lnTo>
                    <a:pt x="90553" y="35528"/>
                  </a:lnTo>
                  <a:close/>
                </a:path>
              </a:pathLst>
            </a:custGeom>
            <a:solidFill>
              <a:schemeClr val="bg1">
                <a:alpha val="5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BFFB738-5A11-3A2A-C176-7396CA24913E}"/>
                </a:ext>
              </a:extLst>
            </p:cNvPr>
            <p:cNvSpPr/>
            <p:nvPr userDrawn="1"/>
          </p:nvSpPr>
          <p:spPr>
            <a:xfrm>
              <a:off x="8897195" y="4300024"/>
              <a:ext cx="3167501" cy="2369082"/>
            </a:xfrm>
            <a:custGeom>
              <a:avLst/>
              <a:gdLst>
                <a:gd name="connsiteX0" fmla="*/ 181162 w 188058"/>
                <a:gd name="connsiteY0" fmla="*/ 6882 h 140655"/>
                <a:gd name="connsiteX1" fmla="*/ 181162 w 188058"/>
                <a:gd name="connsiteY1" fmla="*/ 39780 h 140655"/>
                <a:gd name="connsiteX2" fmla="*/ 153127 w 188058"/>
                <a:gd name="connsiteY2" fmla="*/ 43584 h 140655"/>
                <a:gd name="connsiteX3" fmla="*/ 137876 w 188058"/>
                <a:gd name="connsiteY3" fmla="*/ 58802 h 140655"/>
                <a:gd name="connsiteX4" fmla="*/ 134063 w 188058"/>
                <a:gd name="connsiteY4" fmla="*/ 86777 h 140655"/>
                <a:gd name="connsiteX5" fmla="*/ 106028 w 188058"/>
                <a:gd name="connsiteY5" fmla="*/ 90582 h 140655"/>
                <a:gd name="connsiteX6" fmla="*/ 90777 w 188058"/>
                <a:gd name="connsiteY6" fmla="*/ 105800 h 140655"/>
                <a:gd name="connsiteX7" fmla="*/ 86965 w 188058"/>
                <a:gd name="connsiteY7" fmla="*/ 133774 h 140655"/>
                <a:gd name="connsiteX8" fmla="*/ 53995 w 188058"/>
                <a:gd name="connsiteY8" fmla="*/ 133774 h 140655"/>
                <a:gd name="connsiteX9" fmla="*/ 50183 w 188058"/>
                <a:gd name="connsiteY9" fmla="*/ 105800 h 140655"/>
                <a:gd name="connsiteX10" fmla="*/ 34932 w 188058"/>
                <a:gd name="connsiteY10" fmla="*/ 90582 h 140655"/>
                <a:gd name="connsiteX11" fmla="*/ 6897 w 188058"/>
                <a:gd name="connsiteY11" fmla="*/ 86777 h 140655"/>
                <a:gd name="connsiteX12" fmla="*/ 6897 w 188058"/>
                <a:gd name="connsiteY12" fmla="*/ 53879 h 140655"/>
                <a:gd name="connsiteX13" fmla="*/ 39866 w 188058"/>
                <a:gd name="connsiteY13" fmla="*/ 53879 h 140655"/>
                <a:gd name="connsiteX14" fmla="*/ 43679 w 188058"/>
                <a:gd name="connsiteY14" fmla="*/ 81853 h 140655"/>
                <a:gd name="connsiteX15" fmla="*/ 58930 w 188058"/>
                <a:gd name="connsiteY15" fmla="*/ 97072 h 140655"/>
                <a:gd name="connsiteX16" fmla="*/ 82255 w 188058"/>
                <a:gd name="connsiteY16" fmla="*/ 97072 h 140655"/>
                <a:gd name="connsiteX17" fmla="*/ 97506 w 188058"/>
                <a:gd name="connsiteY17" fmla="*/ 81853 h 140655"/>
                <a:gd name="connsiteX18" fmla="*/ 101319 w 188058"/>
                <a:gd name="connsiteY18" fmla="*/ 53879 h 140655"/>
                <a:gd name="connsiteX19" fmla="*/ 129354 w 188058"/>
                <a:gd name="connsiteY19" fmla="*/ 50074 h 140655"/>
                <a:gd name="connsiteX20" fmla="*/ 144605 w 188058"/>
                <a:gd name="connsiteY20" fmla="*/ 34856 h 140655"/>
                <a:gd name="connsiteX21" fmla="*/ 148417 w 188058"/>
                <a:gd name="connsiteY21" fmla="*/ 6882 h 140655"/>
                <a:gd name="connsiteX22" fmla="*/ 181386 w 188058"/>
                <a:gd name="connsiteY22" fmla="*/ 6882 h 140655"/>
                <a:gd name="connsiteX23" fmla="*/ 181162 w 188058"/>
                <a:gd name="connsiteY23" fmla="*/ 6882 h 140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8058" h="140655">
                  <a:moveTo>
                    <a:pt x="181162" y="6882"/>
                  </a:moveTo>
                  <a:cubicBezTo>
                    <a:pt x="190358" y="16057"/>
                    <a:pt x="190358" y="30828"/>
                    <a:pt x="181162" y="39780"/>
                  </a:cubicBezTo>
                  <a:cubicBezTo>
                    <a:pt x="173537" y="47389"/>
                    <a:pt x="161874" y="48732"/>
                    <a:pt x="153127" y="43584"/>
                  </a:cubicBezTo>
                  <a:lnTo>
                    <a:pt x="137876" y="58802"/>
                  </a:lnTo>
                  <a:cubicBezTo>
                    <a:pt x="143035" y="67754"/>
                    <a:pt x="141689" y="79168"/>
                    <a:pt x="134063" y="86777"/>
                  </a:cubicBezTo>
                  <a:cubicBezTo>
                    <a:pt x="126438" y="94386"/>
                    <a:pt x="114775" y="95729"/>
                    <a:pt x="106028" y="90582"/>
                  </a:cubicBezTo>
                  <a:lnTo>
                    <a:pt x="90777" y="105800"/>
                  </a:lnTo>
                  <a:cubicBezTo>
                    <a:pt x="95936" y="114752"/>
                    <a:pt x="94590" y="126165"/>
                    <a:pt x="86965" y="133774"/>
                  </a:cubicBezTo>
                  <a:cubicBezTo>
                    <a:pt x="77769" y="142950"/>
                    <a:pt x="62967" y="142950"/>
                    <a:pt x="53995" y="133774"/>
                  </a:cubicBezTo>
                  <a:cubicBezTo>
                    <a:pt x="46370" y="126165"/>
                    <a:pt x="45024" y="114528"/>
                    <a:pt x="50183" y="105800"/>
                  </a:cubicBezTo>
                  <a:lnTo>
                    <a:pt x="34932" y="90582"/>
                  </a:lnTo>
                  <a:cubicBezTo>
                    <a:pt x="25960" y="95729"/>
                    <a:pt x="14522" y="94386"/>
                    <a:pt x="6897" y="86777"/>
                  </a:cubicBezTo>
                  <a:cubicBezTo>
                    <a:pt x="-2299" y="77601"/>
                    <a:pt x="-2299" y="62831"/>
                    <a:pt x="6897" y="53879"/>
                  </a:cubicBezTo>
                  <a:cubicBezTo>
                    <a:pt x="16092" y="44703"/>
                    <a:pt x="30895" y="44703"/>
                    <a:pt x="39866" y="53879"/>
                  </a:cubicBezTo>
                  <a:cubicBezTo>
                    <a:pt x="47491" y="61488"/>
                    <a:pt x="48837" y="73125"/>
                    <a:pt x="43679" y="81853"/>
                  </a:cubicBezTo>
                  <a:lnTo>
                    <a:pt x="58930" y="97072"/>
                  </a:lnTo>
                  <a:cubicBezTo>
                    <a:pt x="66107" y="93043"/>
                    <a:pt x="75078" y="93043"/>
                    <a:pt x="82255" y="97072"/>
                  </a:cubicBezTo>
                  <a:lnTo>
                    <a:pt x="97506" y="81853"/>
                  </a:lnTo>
                  <a:cubicBezTo>
                    <a:pt x="92347" y="72902"/>
                    <a:pt x="93693" y="61488"/>
                    <a:pt x="101319" y="53879"/>
                  </a:cubicBezTo>
                  <a:cubicBezTo>
                    <a:pt x="108944" y="46270"/>
                    <a:pt x="120607" y="44927"/>
                    <a:pt x="129354" y="50074"/>
                  </a:cubicBezTo>
                  <a:lnTo>
                    <a:pt x="144605" y="34856"/>
                  </a:lnTo>
                  <a:cubicBezTo>
                    <a:pt x="139446" y="25904"/>
                    <a:pt x="140792" y="14491"/>
                    <a:pt x="148417" y="6882"/>
                  </a:cubicBezTo>
                  <a:cubicBezTo>
                    <a:pt x="157613" y="-2294"/>
                    <a:pt x="172415" y="-2294"/>
                    <a:pt x="181386" y="6882"/>
                  </a:cubicBezTo>
                  <a:lnTo>
                    <a:pt x="181162" y="688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 w="22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779314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31926"/>
      </p:ext>
    </p:extLst>
  </p:cSld>
  <p:clrMapOvr>
    <a:masterClrMapping/>
  </p:clrMapOvr>
  <p:hf sldNum="0" hdr="0" ftr="0" dt="0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282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81.xml"/><Relationship Id="rId39" Type="http://schemas.openxmlformats.org/officeDocument/2006/relationships/slideLayout" Target="../slideLayouts/slideLayout94.xml"/><Relationship Id="rId21" Type="http://schemas.openxmlformats.org/officeDocument/2006/relationships/slideLayout" Target="../slideLayouts/slideLayout76.xml"/><Relationship Id="rId34" Type="http://schemas.openxmlformats.org/officeDocument/2006/relationships/slideLayout" Target="../slideLayouts/slideLayout89.xml"/><Relationship Id="rId42" Type="http://schemas.openxmlformats.org/officeDocument/2006/relationships/slideLayout" Target="../slideLayouts/slideLayout97.xml"/><Relationship Id="rId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5.xml"/><Relationship Id="rId29" Type="http://schemas.openxmlformats.org/officeDocument/2006/relationships/slideLayout" Target="../slideLayouts/slideLayout84.xml"/><Relationship Id="rId41" Type="http://schemas.openxmlformats.org/officeDocument/2006/relationships/slideLayout" Target="../slideLayouts/slideLayout96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24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2.xml"/><Relationship Id="rId40" Type="http://schemas.openxmlformats.org/officeDocument/2006/relationships/slideLayout" Target="../slideLayouts/slideLayout95.xml"/><Relationship Id="rId5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65.xml"/><Relationship Id="rId19" Type="http://schemas.openxmlformats.org/officeDocument/2006/relationships/slideLayout" Target="../slideLayouts/slideLayout74.xml"/><Relationship Id="rId31" Type="http://schemas.openxmlformats.org/officeDocument/2006/relationships/slideLayout" Target="../slideLayouts/slideLayout86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7.xml"/><Relationship Id="rId27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90.xml"/><Relationship Id="rId43" Type="http://schemas.openxmlformats.org/officeDocument/2006/relationships/slideLayout" Target="../slideLayouts/slideLayout98.xml"/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8.xml"/><Relationship Id="rId38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369A5DA-B7BA-A2D9-545F-101D6311CE71}"/>
              </a:ext>
            </a:extLst>
          </p:cNvPr>
          <p:cNvSpPr txBox="1">
            <a:spLocks/>
          </p:cNvSpPr>
          <p:nvPr/>
        </p:nvSpPr>
        <p:spPr>
          <a:xfrm>
            <a:off x="1118199" y="4798219"/>
            <a:ext cx="245198" cy="273844"/>
          </a:xfrm>
          <a:prstGeom prst="rect">
            <a:avLst/>
          </a:prstGeom>
        </p:spPr>
        <p:txBody>
          <a:bodyPr lIns="0" rIns="0"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033526-7EAE-0240-A355-398D6C24AC1D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egoe UI Semilight" panose="020B0402040204020203" pitchFamily="34" charset="0"/>
              <a:ea typeface="+mn-ea"/>
              <a:cs typeface="Segoe UI Semilight" panose="020B0402040204020203" pitchFamily="34" charset="0"/>
            </a:endParaRPr>
          </a:p>
        </p:txBody>
      </p:sp>
      <p:sp>
        <p:nvSpPr>
          <p:cNvPr id="3" name="Google Shape;24;p11">
            <a:extLst>
              <a:ext uri="{FF2B5EF4-FFF2-40B4-BE49-F238E27FC236}">
                <a16:creationId xmlns:a16="http://schemas.microsoft.com/office/drawing/2014/main" id="{836C2C68-2CA9-E933-B9A0-C67EE218DCF3}"/>
              </a:ext>
            </a:extLst>
          </p:cNvPr>
          <p:cNvSpPr txBox="1"/>
          <p:nvPr/>
        </p:nvSpPr>
        <p:spPr>
          <a:xfrm>
            <a:off x="1439875" y="4888975"/>
            <a:ext cx="2457944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933"/>
              <a:buFont typeface="Proxima Nova"/>
              <a:buNone/>
              <a:defRPr/>
            </a:pP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116A7E-1CCB-A65D-5741-B2EBE3C10545}"/>
              </a:ext>
            </a:extLst>
          </p:cNvPr>
          <p:cNvGrpSpPr>
            <a:grpSpLocks noChangeAspect="1"/>
          </p:cNvGrpSpPr>
          <p:nvPr/>
        </p:nvGrpSpPr>
        <p:grpSpPr>
          <a:xfrm>
            <a:off x="229335" y="4877068"/>
            <a:ext cx="847753" cy="144018"/>
            <a:chOff x="552456" y="6831805"/>
            <a:chExt cx="1147961" cy="195018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F51812-6B3C-66F9-2DBF-5AE858A40616}"/>
                </a:ext>
              </a:extLst>
            </p:cNvPr>
            <p:cNvSpPr/>
            <p:nvPr/>
          </p:nvSpPr>
          <p:spPr>
            <a:xfrm>
              <a:off x="1568333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A345CCC-3333-2C65-31D6-EBB31F2DAAC7}"/>
                </a:ext>
              </a:extLst>
            </p:cNvPr>
            <p:cNvSpPr/>
            <p:nvPr/>
          </p:nvSpPr>
          <p:spPr>
            <a:xfrm>
              <a:off x="1511198" y="6850923"/>
              <a:ext cx="42540" cy="103730"/>
            </a:xfrm>
            <a:custGeom>
              <a:avLst/>
              <a:gdLst>
                <a:gd name="connsiteX0" fmla="*/ 28964 w 42540"/>
                <a:gd name="connsiteY0" fmla="*/ 103731 h 103730"/>
                <a:gd name="connsiteX1" fmla="*/ 13237 w 42540"/>
                <a:gd name="connsiteY1" fmla="*/ 86311 h 103730"/>
                <a:gd name="connsiteX2" fmla="*/ 13237 w 42540"/>
                <a:gd name="connsiteY2" fmla="*/ 29411 h 103730"/>
                <a:gd name="connsiteX3" fmla="*/ 0 w 42540"/>
                <a:gd name="connsiteY3" fmla="*/ 29411 h 103730"/>
                <a:gd name="connsiteX4" fmla="*/ 0 w 42540"/>
                <a:gd name="connsiteY4" fmla="*/ 21832 h 103730"/>
                <a:gd name="connsiteX5" fmla="*/ 13237 w 42540"/>
                <a:gd name="connsiteY5" fmla="*/ 21832 h 103730"/>
                <a:gd name="connsiteX6" fmla="*/ 13237 w 42540"/>
                <a:gd name="connsiteY6" fmla="*/ 0 h 103730"/>
                <a:gd name="connsiteX7" fmla="*/ 22062 w 42540"/>
                <a:gd name="connsiteY7" fmla="*/ 0 h 103730"/>
                <a:gd name="connsiteX8" fmla="*/ 22062 w 42540"/>
                <a:gd name="connsiteY8" fmla="*/ 21832 h 103730"/>
                <a:gd name="connsiteX9" fmla="*/ 38241 w 42540"/>
                <a:gd name="connsiteY9" fmla="*/ 21832 h 103730"/>
                <a:gd name="connsiteX10" fmla="*/ 38241 w 42540"/>
                <a:gd name="connsiteY10" fmla="*/ 29411 h 103730"/>
                <a:gd name="connsiteX11" fmla="*/ 22062 w 42540"/>
                <a:gd name="connsiteY11" fmla="*/ 29411 h 103730"/>
                <a:gd name="connsiteX12" fmla="*/ 22062 w 42540"/>
                <a:gd name="connsiteY12" fmla="*/ 84953 h 103730"/>
                <a:gd name="connsiteX13" fmla="*/ 30321 w 42540"/>
                <a:gd name="connsiteY13" fmla="*/ 95926 h 103730"/>
                <a:gd name="connsiteX14" fmla="*/ 39259 w 42540"/>
                <a:gd name="connsiteY14" fmla="*/ 92080 h 103730"/>
                <a:gd name="connsiteX15" fmla="*/ 42540 w 42540"/>
                <a:gd name="connsiteY15" fmla="*/ 98641 h 103730"/>
                <a:gd name="connsiteX16" fmla="*/ 28964 w 42540"/>
                <a:gd name="connsiteY16" fmla="*/ 103618 h 103730"/>
                <a:gd name="connsiteX17" fmla="*/ 28964 w 42540"/>
                <a:gd name="connsiteY17" fmla="*/ 103618 h 10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540" h="103730">
                  <a:moveTo>
                    <a:pt x="28964" y="103731"/>
                  </a:moveTo>
                  <a:cubicBezTo>
                    <a:pt x="18329" y="103731"/>
                    <a:pt x="13237" y="97283"/>
                    <a:pt x="13237" y="86311"/>
                  </a:cubicBezTo>
                  <a:lnTo>
                    <a:pt x="13237" y="29411"/>
                  </a:lnTo>
                  <a:lnTo>
                    <a:pt x="0" y="29411"/>
                  </a:lnTo>
                  <a:lnTo>
                    <a:pt x="0" y="21832"/>
                  </a:lnTo>
                  <a:lnTo>
                    <a:pt x="13237" y="21832"/>
                  </a:lnTo>
                  <a:lnTo>
                    <a:pt x="13237" y="0"/>
                  </a:lnTo>
                  <a:lnTo>
                    <a:pt x="22062" y="0"/>
                  </a:lnTo>
                  <a:lnTo>
                    <a:pt x="22062" y="21832"/>
                  </a:lnTo>
                  <a:lnTo>
                    <a:pt x="38241" y="21832"/>
                  </a:lnTo>
                  <a:lnTo>
                    <a:pt x="38241" y="29411"/>
                  </a:lnTo>
                  <a:lnTo>
                    <a:pt x="22062" y="29411"/>
                  </a:lnTo>
                  <a:lnTo>
                    <a:pt x="22062" y="84953"/>
                  </a:lnTo>
                  <a:cubicBezTo>
                    <a:pt x="22062" y="91401"/>
                    <a:pt x="24664" y="95926"/>
                    <a:pt x="30321" y="95926"/>
                  </a:cubicBezTo>
                  <a:cubicBezTo>
                    <a:pt x="35978" y="95926"/>
                    <a:pt x="37449" y="94116"/>
                    <a:pt x="39259" y="92080"/>
                  </a:cubicBezTo>
                  <a:lnTo>
                    <a:pt x="42540" y="98641"/>
                  </a:lnTo>
                  <a:cubicBezTo>
                    <a:pt x="39372" y="101582"/>
                    <a:pt x="35639" y="103618"/>
                    <a:pt x="28964" y="103618"/>
                  </a:cubicBezTo>
                  <a:lnTo>
                    <a:pt x="28964" y="10361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603E26-DA5F-EF5E-6FC8-0E24D6D49157}"/>
                </a:ext>
              </a:extLst>
            </p:cNvPr>
            <p:cNvSpPr/>
            <p:nvPr/>
          </p:nvSpPr>
          <p:spPr>
            <a:xfrm>
              <a:off x="1487325" y="6842326"/>
              <a:ext cx="8598" cy="110405"/>
            </a:xfrm>
            <a:custGeom>
              <a:avLst/>
              <a:gdLst>
                <a:gd name="connsiteX0" fmla="*/ 0 w 8598"/>
                <a:gd name="connsiteY0" fmla="*/ 0 h 110405"/>
                <a:gd name="connsiteX1" fmla="*/ 8599 w 8598"/>
                <a:gd name="connsiteY1" fmla="*/ 0 h 110405"/>
                <a:gd name="connsiteX2" fmla="*/ 8599 w 8598"/>
                <a:gd name="connsiteY2" fmla="*/ 110405 h 110405"/>
                <a:gd name="connsiteX3" fmla="*/ 0 w 8598"/>
                <a:gd name="connsiteY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98" h="110405">
                  <a:moveTo>
                    <a:pt x="0" y="0"/>
                  </a:moveTo>
                  <a:lnTo>
                    <a:pt x="8599" y="0"/>
                  </a:lnTo>
                  <a:lnTo>
                    <a:pt x="8599" y="110405"/>
                  </a:lnTo>
                  <a:lnTo>
                    <a:pt x="0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72042C8-8D04-DFCE-23CB-B6F9C10382BF}"/>
                </a:ext>
              </a:extLst>
            </p:cNvPr>
            <p:cNvSpPr/>
            <p:nvPr/>
          </p:nvSpPr>
          <p:spPr>
            <a:xfrm>
              <a:off x="1396814" y="6871058"/>
              <a:ext cx="63697" cy="83708"/>
            </a:xfrm>
            <a:custGeom>
              <a:avLst/>
              <a:gdLst>
                <a:gd name="connsiteX0" fmla="*/ 30887 w 63697"/>
                <a:gd name="connsiteY0" fmla="*/ 76808 h 83708"/>
                <a:gd name="connsiteX1" fmla="*/ 55099 w 63697"/>
                <a:gd name="connsiteY1" fmla="*/ 65836 h 83708"/>
                <a:gd name="connsiteX2" fmla="*/ 55099 w 63697"/>
                <a:gd name="connsiteY2" fmla="*/ 48302 h 83708"/>
                <a:gd name="connsiteX3" fmla="*/ 30887 w 63697"/>
                <a:gd name="connsiteY3" fmla="*/ 37216 h 83708"/>
                <a:gd name="connsiteX4" fmla="*/ 9051 w 63697"/>
                <a:gd name="connsiteY4" fmla="*/ 57126 h 83708"/>
                <a:gd name="connsiteX5" fmla="*/ 30887 w 63697"/>
                <a:gd name="connsiteY5" fmla="*/ 76808 h 83708"/>
                <a:gd name="connsiteX6" fmla="*/ 30887 w 63697"/>
                <a:gd name="connsiteY6" fmla="*/ 76808 h 83708"/>
                <a:gd name="connsiteX7" fmla="*/ 63697 w 63697"/>
                <a:gd name="connsiteY7" fmla="*/ 81673 h 83708"/>
                <a:gd name="connsiteX8" fmla="*/ 55099 w 63697"/>
                <a:gd name="connsiteY8" fmla="*/ 81673 h 83708"/>
                <a:gd name="connsiteX9" fmla="*/ 55099 w 63697"/>
                <a:gd name="connsiteY9" fmla="*/ 72284 h 83708"/>
                <a:gd name="connsiteX10" fmla="*/ 27945 w 63697"/>
                <a:gd name="connsiteY10" fmla="*/ 83709 h 83708"/>
                <a:gd name="connsiteX11" fmla="*/ 0 w 63697"/>
                <a:gd name="connsiteY11" fmla="*/ 57126 h 83708"/>
                <a:gd name="connsiteX12" fmla="*/ 27945 w 63697"/>
                <a:gd name="connsiteY12" fmla="*/ 30656 h 83708"/>
                <a:gd name="connsiteX13" fmla="*/ 55099 w 63697"/>
                <a:gd name="connsiteY13" fmla="*/ 42081 h 83708"/>
                <a:gd name="connsiteX14" fmla="*/ 55099 w 63697"/>
                <a:gd name="connsiteY14" fmla="*/ 25904 h 83708"/>
                <a:gd name="connsiteX15" fmla="*/ 33715 w 63697"/>
                <a:gd name="connsiteY15" fmla="*/ 7579 h 83708"/>
                <a:gd name="connsiteX16" fmla="*/ 8599 w 63697"/>
                <a:gd name="connsiteY16" fmla="*/ 19344 h 83708"/>
                <a:gd name="connsiteX17" fmla="*/ 3847 w 63697"/>
                <a:gd name="connsiteY17" fmla="*/ 13348 h 83708"/>
                <a:gd name="connsiteX18" fmla="*/ 34621 w 63697"/>
                <a:gd name="connsiteY18" fmla="*/ 0 h 83708"/>
                <a:gd name="connsiteX19" fmla="*/ 63697 w 63697"/>
                <a:gd name="connsiteY19" fmla="*/ 25678 h 83708"/>
                <a:gd name="connsiteX20" fmla="*/ 63697 w 63697"/>
                <a:gd name="connsiteY20" fmla="*/ 81899 h 83708"/>
                <a:gd name="connsiteX21" fmla="*/ 63697 w 63697"/>
                <a:gd name="connsiteY21" fmla="*/ 81899 h 83708"/>
                <a:gd name="connsiteX22" fmla="*/ 63697 w 63697"/>
                <a:gd name="connsiteY22" fmla="*/ 81673 h 83708"/>
                <a:gd name="connsiteX23" fmla="*/ 63697 w 63697"/>
                <a:gd name="connsiteY23" fmla="*/ 81673 h 8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697" h="83708">
                  <a:moveTo>
                    <a:pt x="30887" y="76808"/>
                  </a:moveTo>
                  <a:cubicBezTo>
                    <a:pt x="40504" y="76808"/>
                    <a:pt x="49442" y="73189"/>
                    <a:pt x="55099" y="65836"/>
                  </a:cubicBezTo>
                  <a:lnTo>
                    <a:pt x="55099" y="48302"/>
                  </a:lnTo>
                  <a:cubicBezTo>
                    <a:pt x="49442" y="40836"/>
                    <a:pt x="40504" y="37216"/>
                    <a:pt x="30887" y="37216"/>
                  </a:cubicBezTo>
                  <a:cubicBezTo>
                    <a:pt x="21270" y="37216"/>
                    <a:pt x="9051" y="45700"/>
                    <a:pt x="9051" y="57126"/>
                  </a:cubicBezTo>
                  <a:cubicBezTo>
                    <a:pt x="9051" y="68551"/>
                    <a:pt x="17876" y="76808"/>
                    <a:pt x="30887" y="76808"/>
                  </a:cubicBezTo>
                  <a:lnTo>
                    <a:pt x="30887" y="76808"/>
                  </a:lnTo>
                  <a:close/>
                  <a:moveTo>
                    <a:pt x="63697" y="81673"/>
                  </a:moveTo>
                  <a:lnTo>
                    <a:pt x="55099" y="81673"/>
                  </a:lnTo>
                  <a:lnTo>
                    <a:pt x="55099" y="72284"/>
                  </a:lnTo>
                  <a:cubicBezTo>
                    <a:pt x="47971" y="80089"/>
                    <a:pt x="39033" y="83709"/>
                    <a:pt x="27945" y="83709"/>
                  </a:cubicBezTo>
                  <a:cubicBezTo>
                    <a:pt x="16858" y="83709"/>
                    <a:pt x="0" y="74320"/>
                    <a:pt x="0" y="57126"/>
                  </a:cubicBezTo>
                  <a:cubicBezTo>
                    <a:pt x="0" y="39931"/>
                    <a:pt x="14029" y="30656"/>
                    <a:pt x="27945" y="30656"/>
                  </a:cubicBezTo>
                  <a:cubicBezTo>
                    <a:pt x="41861" y="30656"/>
                    <a:pt x="48084" y="34275"/>
                    <a:pt x="55099" y="42081"/>
                  </a:cubicBezTo>
                  <a:lnTo>
                    <a:pt x="55099" y="25904"/>
                  </a:lnTo>
                  <a:cubicBezTo>
                    <a:pt x="55099" y="14027"/>
                    <a:pt x="45482" y="7579"/>
                    <a:pt x="33715" y="7579"/>
                  </a:cubicBezTo>
                  <a:cubicBezTo>
                    <a:pt x="21949" y="7579"/>
                    <a:pt x="15839" y="11086"/>
                    <a:pt x="8599" y="19344"/>
                  </a:cubicBezTo>
                  <a:lnTo>
                    <a:pt x="3847" y="13348"/>
                  </a:lnTo>
                  <a:cubicBezTo>
                    <a:pt x="12106" y="4412"/>
                    <a:pt x="21383" y="0"/>
                    <a:pt x="34621" y="0"/>
                  </a:cubicBezTo>
                  <a:cubicBezTo>
                    <a:pt x="47858" y="0"/>
                    <a:pt x="63697" y="7805"/>
                    <a:pt x="63697" y="25678"/>
                  </a:cubicBezTo>
                  <a:lnTo>
                    <a:pt x="63697" y="81899"/>
                  </a:lnTo>
                  <a:lnTo>
                    <a:pt x="63697" y="81899"/>
                  </a:lnTo>
                  <a:lnTo>
                    <a:pt x="63697" y="81673"/>
                  </a:lnTo>
                  <a:lnTo>
                    <a:pt x="63697" y="81673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60289A9-5D97-DC51-1157-4BA3C1B50EA8}"/>
                </a:ext>
              </a:extLst>
            </p:cNvPr>
            <p:cNvSpPr/>
            <p:nvPr/>
          </p:nvSpPr>
          <p:spPr>
            <a:xfrm>
              <a:off x="1302682" y="6870719"/>
              <a:ext cx="76029" cy="83935"/>
            </a:xfrm>
            <a:custGeom>
              <a:avLst/>
              <a:gdLst>
                <a:gd name="connsiteX0" fmla="*/ 67318 w 76029"/>
                <a:gd name="connsiteY0" fmla="*/ 37895 h 83935"/>
                <a:gd name="connsiteX1" fmla="*/ 38241 w 76029"/>
                <a:gd name="connsiteY1" fmla="*/ 7466 h 83935"/>
                <a:gd name="connsiteX2" fmla="*/ 9277 w 76029"/>
                <a:gd name="connsiteY2" fmla="*/ 37895 h 83935"/>
                <a:gd name="connsiteX3" fmla="*/ 67318 w 76029"/>
                <a:gd name="connsiteY3" fmla="*/ 37895 h 83935"/>
                <a:gd name="connsiteX4" fmla="*/ 39938 w 76029"/>
                <a:gd name="connsiteY4" fmla="*/ 83935 h 83935"/>
                <a:gd name="connsiteX5" fmla="*/ 0 w 76029"/>
                <a:gd name="connsiteY5" fmla="*/ 41854 h 83935"/>
                <a:gd name="connsiteX6" fmla="*/ 38354 w 76029"/>
                <a:gd name="connsiteY6" fmla="*/ 0 h 83935"/>
                <a:gd name="connsiteX7" fmla="*/ 76030 w 76029"/>
                <a:gd name="connsiteY7" fmla="*/ 42307 h 83935"/>
                <a:gd name="connsiteX8" fmla="*/ 76030 w 76029"/>
                <a:gd name="connsiteY8" fmla="*/ 44569 h 83935"/>
                <a:gd name="connsiteX9" fmla="*/ 9164 w 76029"/>
                <a:gd name="connsiteY9" fmla="*/ 44569 h 83935"/>
                <a:gd name="connsiteX10" fmla="*/ 40391 w 76029"/>
                <a:gd name="connsiteY10" fmla="*/ 76356 h 83935"/>
                <a:gd name="connsiteX11" fmla="*/ 66526 w 76029"/>
                <a:gd name="connsiteY11" fmla="*/ 65270 h 83935"/>
                <a:gd name="connsiteX12" fmla="*/ 70938 w 76029"/>
                <a:gd name="connsiteY12" fmla="*/ 70926 h 83935"/>
                <a:gd name="connsiteX13" fmla="*/ 39712 w 76029"/>
                <a:gd name="connsiteY13" fmla="*/ 83822 h 83935"/>
                <a:gd name="connsiteX14" fmla="*/ 39938 w 76029"/>
                <a:gd name="connsiteY14" fmla="*/ 83822 h 83935"/>
                <a:gd name="connsiteX15" fmla="*/ 39938 w 76029"/>
                <a:gd name="connsiteY15" fmla="*/ 83822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029" h="83935">
                  <a:moveTo>
                    <a:pt x="67318" y="37895"/>
                  </a:moveTo>
                  <a:cubicBezTo>
                    <a:pt x="67318" y="24321"/>
                    <a:pt x="58267" y="7466"/>
                    <a:pt x="38241" y="7466"/>
                  </a:cubicBezTo>
                  <a:cubicBezTo>
                    <a:pt x="18215" y="7466"/>
                    <a:pt x="9956" y="23981"/>
                    <a:pt x="9277" y="37895"/>
                  </a:cubicBezTo>
                  <a:lnTo>
                    <a:pt x="67318" y="37895"/>
                  </a:lnTo>
                  <a:close/>
                  <a:moveTo>
                    <a:pt x="39938" y="83935"/>
                  </a:moveTo>
                  <a:cubicBezTo>
                    <a:pt x="16631" y="83935"/>
                    <a:pt x="0" y="66515"/>
                    <a:pt x="0" y="41854"/>
                  </a:cubicBezTo>
                  <a:cubicBezTo>
                    <a:pt x="0" y="17194"/>
                    <a:pt x="16179" y="0"/>
                    <a:pt x="38354" y="0"/>
                  </a:cubicBezTo>
                  <a:cubicBezTo>
                    <a:pt x="60530" y="0"/>
                    <a:pt x="76030" y="19230"/>
                    <a:pt x="76030" y="42307"/>
                  </a:cubicBezTo>
                  <a:lnTo>
                    <a:pt x="76030" y="44569"/>
                  </a:lnTo>
                  <a:lnTo>
                    <a:pt x="9164" y="44569"/>
                  </a:lnTo>
                  <a:cubicBezTo>
                    <a:pt x="9956" y="61990"/>
                    <a:pt x="21610" y="76356"/>
                    <a:pt x="40391" y="76356"/>
                  </a:cubicBezTo>
                  <a:cubicBezTo>
                    <a:pt x="59172" y="76356"/>
                    <a:pt x="59738" y="72510"/>
                    <a:pt x="66526" y="65270"/>
                  </a:cubicBezTo>
                  <a:lnTo>
                    <a:pt x="70938" y="70926"/>
                  </a:lnTo>
                  <a:cubicBezTo>
                    <a:pt x="63019" y="79184"/>
                    <a:pt x="52949" y="83822"/>
                    <a:pt x="39712" y="83822"/>
                  </a:cubicBezTo>
                  <a:lnTo>
                    <a:pt x="39938" y="83822"/>
                  </a:lnTo>
                  <a:lnTo>
                    <a:pt x="39938" y="8382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6126F4A-E9EE-609C-A689-D617331F0261}"/>
                </a:ext>
              </a:extLst>
            </p:cNvPr>
            <p:cNvSpPr/>
            <p:nvPr/>
          </p:nvSpPr>
          <p:spPr>
            <a:xfrm>
              <a:off x="1217828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906B25-4619-ED60-7F47-D328AAB02D2C}"/>
                </a:ext>
              </a:extLst>
            </p:cNvPr>
            <p:cNvSpPr/>
            <p:nvPr/>
          </p:nvSpPr>
          <p:spPr>
            <a:xfrm>
              <a:off x="1144400" y="6870719"/>
              <a:ext cx="43445" cy="82011"/>
            </a:xfrm>
            <a:custGeom>
              <a:avLst/>
              <a:gdLst>
                <a:gd name="connsiteX0" fmla="*/ 17423 w 43445"/>
                <a:gd name="connsiteY0" fmla="*/ 82012 h 82011"/>
                <a:gd name="connsiteX1" fmla="*/ 0 w 43445"/>
                <a:gd name="connsiteY1" fmla="*/ 82012 h 82011"/>
                <a:gd name="connsiteX2" fmla="*/ 0 w 43445"/>
                <a:gd name="connsiteY2" fmla="*/ 2036 h 82011"/>
                <a:gd name="connsiteX3" fmla="*/ 17423 w 43445"/>
                <a:gd name="connsiteY3" fmla="*/ 2036 h 82011"/>
                <a:gd name="connsiteX4" fmla="*/ 17423 w 43445"/>
                <a:gd name="connsiteY4" fmla="*/ 13574 h 82011"/>
                <a:gd name="connsiteX5" fmla="*/ 43446 w 43445"/>
                <a:gd name="connsiteY5" fmla="*/ 0 h 82011"/>
                <a:gd name="connsiteX6" fmla="*/ 43446 w 43445"/>
                <a:gd name="connsiteY6" fmla="*/ 17194 h 82011"/>
                <a:gd name="connsiteX7" fmla="*/ 38128 w 43445"/>
                <a:gd name="connsiteY7" fmla="*/ 16742 h 82011"/>
                <a:gd name="connsiteX8" fmla="*/ 17423 w 43445"/>
                <a:gd name="connsiteY8" fmla="*/ 27488 h 82011"/>
                <a:gd name="connsiteX9" fmla="*/ 17423 w 43445"/>
                <a:gd name="connsiteY9" fmla="*/ 81899 h 82011"/>
                <a:gd name="connsiteX10" fmla="*/ 17423 w 43445"/>
                <a:gd name="connsiteY10" fmla="*/ 81899 h 8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45" h="82011">
                  <a:moveTo>
                    <a:pt x="17423" y="82012"/>
                  </a:moveTo>
                  <a:lnTo>
                    <a:pt x="0" y="82012"/>
                  </a:lnTo>
                  <a:lnTo>
                    <a:pt x="0" y="2036"/>
                  </a:lnTo>
                  <a:lnTo>
                    <a:pt x="17423" y="2036"/>
                  </a:lnTo>
                  <a:lnTo>
                    <a:pt x="17423" y="13574"/>
                  </a:lnTo>
                  <a:cubicBezTo>
                    <a:pt x="23533" y="5995"/>
                    <a:pt x="33150" y="0"/>
                    <a:pt x="43446" y="0"/>
                  </a:cubicBezTo>
                  <a:lnTo>
                    <a:pt x="43446" y="17194"/>
                  </a:lnTo>
                  <a:cubicBezTo>
                    <a:pt x="41975" y="16855"/>
                    <a:pt x="40278" y="16742"/>
                    <a:pt x="38128" y="16742"/>
                  </a:cubicBezTo>
                  <a:cubicBezTo>
                    <a:pt x="30661" y="16742"/>
                    <a:pt x="20931" y="21719"/>
                    <a:pt x="17423" y="27488"/>
                  </a:cubicBezTo>
                  <a:lnTo>
                    <a:pt x="17423" y="81899"/>
                  </a:lnTo>
                  <a:lnTo>
                    <a:pt x="17423" y="81899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0C0D32F-2F56-A5C8-9223-D1D6086C0F80}"/>
                </a:ext>
              </a:extLst>
            </p:cNvPr>
            <p:cNvSpPr/>
            <p:nvPr/>
          </p:nvSpPr>
          <p:spPr>
            <a:xfrm>
              <a:off x="1047553" y="6870719"/>
              <a:ext cx="79763" cy="83935"/>
            </a:xfrm>
            <a:custGeom>
              <a:avLst/>
              <a:gdLst>
                <a:gd name="connsiteX0" fmla="*/ 63019 w 79763"/>
                <a:gd name="connsiteY0" fmla="*/ 35293 h 83935"/>
                <a:gd name="connsiteX1" fmla="*/ 40391 w 79763"/>
                <a:gd name="connsiteY1" fmla="*/ 14253 h 83935"/>
                <a:gd name="connsiteX2" fmla="*/ 18102 w 79763"/>
                <a:gd name="connsiteY2" fmla="*/ 35293 h 83935"/>
                <a:gd name="connsiteX3" fmla="*/ 63132 w 79763"/>
                <a:gd name="connsiteY3" fmla="*/ 35293 h 83935"/>
                <a:gd name="connsiteX4" fmla="*/ 63132 w 79763"/>
                <a:gd name="connsiteY4" fmla="*/ 35293 h 83935"/>
                <a:gd name="connsiteX5" fmla="*/ 41862 w 79763"/>
                <a:gd name="connsiteY5" fmla="*/ 83935 h 83935"/>
                <a:gd name="connsiteX6" fmla="*/ 0 w 79763"/>
                <a:gd name="connsiteY6" fmla="*/ 41854 h 83935"/>
                <a:gd name="connsiteX7" fmla="*/ 40504 w 79763"/>
                <a:gd name="connsiteY7" fmla="*/ 0 h 83935"/>
                <a:gd name="connsiteX8" fmla="*/ 79763 w 79763"/>
                <a:gd name="connsiteY8" fmla="*/ 43325 h 83935"/>
                <a:gd name="connsiteX9" fmla="*/ 79763 w 79763"/>
                <a:gd name="connsiteY9" fmla="*/ 47624 h 83935"/>
                <a:gd name="connsiteX10" fmla="*/ 18215 w 79763"/>
                <a:gd name="connsiteY10" fmla="*/ 47624 h 83935"/>
                <a:gd name="connsiteX11" fmla="*/ 43559 w 79763"/>
                <a:gd name="connsiteY11" fmla="*/ 69682 h 83935"/>
                <a:gd name="connsiteX12" fmla="*/ 66413 w 79763"/>
                <a:gd name="connsiteY12" fmla="*/ 60745 h 83935"/>
                <a:gd name="connsiteX13" fmla="*/ 74333 w 79763"/>
                <a:gd name="connsiteY13" fmla="*/ 72171 h 83935"/>
                <a:gd name="connsiteX14" fmla="*/ 41862 w 79763"/>
                <a:gd name="connsiteY14" fmla="*/ 83935 h 83935"/>
                <a:gd name="connsiteX15" fmla="*/ 41862 w 79763"/>
                <a:gd name="connsiteY15" fmla="*/ 83935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9763" h="83935">
                  <a:moveTo>
                    <a:pt x="63019" y="35293"/>
                  </a:moveTo>
                  <a:cubicBezTo>
                    <a:pt x="62566" y="25904"/>
                    <a:pt x="56117" y="14253"/>
                    <a:pt x="40391" y="14253"/>
                  </a:cubicBezTo>
                  <a:cubicBezTo>
                    <a:pt x="24664" y="14253"/>
                    <a:pt x="18668" y="25678"/>
                    <a:pt x="18102" y="35293"/>
                  </a:cubicBezTo>
                  <a:lnTo>
                    <a:pt x="63132" y="35293"/>
                  </a:lnTo>
                  <a:lnTo>
                    <a:pt x="63132" y="35293"/>
                  </a:lnTo>
                  <a:close/>
                  <a:moveTo>
                    <a:pt x="41862" y="83935"/>
                  </a:moveTo>
                  <a:cubicBezTo>
                    <a:pt x="17650" y="83935"/>
                    <a:pt x="0" y="67193"/>
                    <a:pt x="0" y="41854"/>
                  </a:cubicBezTo>
                  <a:cubicBezTo>
                    <a:pt x="0" y="16516"/>
                    <a:pt x="16858" y="0"/>
                    <a:pt x="40504" y="0"/>
                  </a:cubicBezTo>
                  <a:cubicBezTo>
                    <a:pt x="64150" y="0"/>
                    <a:pt x="79763" y="18212"/>
                    <a:pt x="79763" y="43325"/>
                  </a:cubicBezTo>
                  <a:lnTo>
                    <a:pt x="79763" y="47624"/>
                  </a:lnTo>
                  <a:lnTo>
                    <a:pt x="18215" y="47624"/>
                  </a:lnTo>
                  <a:cubicBezTo>
                    <a:pt x="19573" y="59501"/>
                    <a:pt x="28511" y="69682"/>
                    <a:pt x="43559" y="69682"/>
                  </a:cubicBezTo>
                  <a:cubicBezTo>
                    <a:pt x="58606" y="69682"/>
                    <a:pt x="60643" y="66515"/>
                    <a:pt x="66413" y="60745"/>
                  </a:cubicBezTo>
                  <a:lnTo>
                    <a:pt x="74333" y="72171"/>
                  </a:lnTo>
                  <a:cubicBezTo>
                    <a:pt x="66186" y="79750"/>
                    <a:pt x="54420" y="83935"/>
                    <a:pt x="41862" y="83935"/>
                  </a:cubicBezTo>
                  <a:lnTo>
                    <a:pt x="41862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730664-DEA2-442B-033C-FFAA11537C9D}"/>
                </a:ext>
              </a:extLst>
            </p:cNvPr>
            <p:cNvSpPr/>
            <p:nvPr/>
          </p:nvSpPr>
          <p:spPr>
            <a:xfrm>
              <a:off x="951385" y="6870945"/>
              <a:ext cx="78518" cy="114364"/>
            </a:xfrm>
            <a:custGeom>
              <a:avLst/>
              <a:gdLst>
                <a:gd name="connsiteX0" fmla="*/ 40504 w 78518"/>
                <a:gd name="connsiteY0" fmla="*/ 66401 h 114364"/>
                <a:gd name="connsiteX1" fmla="*/ 60982 w 78518"/>
                <a:gd name="connsiteY1" fmla="*/ 55768 h 114364"/>
                <a:gd name="connsiteX2" fmla="*/ 60982 w 78518"/>
                <a:gd name="connsiteY2" fmla="*/ 25791 h 114364"/>
                <a:gd name="connsiteX3" fmla="*/ 40504 w 78518"/>
                <a:gd name="connsiteY3" fmla="*/ 15158 h 114364"/>
                <a:gd name="connsiteX4" fmla="*/ 17876 w 78518"/>
                <a:gd name="connsiteY4" fmla="*/ 40836 h 114364"/>
                <a:gd name="connsiteX5" fmla="*/ 40504 w 78518"/>
                <a:gd name="connsiteY5" fmla="*/ 66288 h 114364"/>
                <a:gd name="connsiteX6" fmla="*/ 40504 w 78518"/>
                <a:gd name="connsiteY6" fmla="*/ 66288 h 114364"/>
                <a:gd name="connsiteX7" fmla="*/ 37449 w 78518"/>
                <a:gd name="connsiteY7" fmla="*/ 114138 h 114364"/>
                <a:gd name="connsiteX8" fmla="*/ 3847 w 78518"/>
                <a:gd name="connsiteY8" fmla="*/ 102260 h 114364"/>
                <a:gd name="connsiteX9" fmla="*/ 11993 w 78518"/>
                <a:gd name="connsiteY9" fmla="*/ 89704 h 114364"/>
                <a:gd name="connsiteX10" fmla="*/ 37449 w 78518"/>
                <a:gd name="connsiteY10" fmla="*/ 99998 h 114364"/>
                <a:gd name="connsiteX11" fmla="*/ 61095 w 78518"/>
                <a:gd name="connsiteY11" fmla="*/ 77713 h 114364"/>
                <a:gd name="connsiteX12" fmla="*/ 61095 w 78518"/>
                <a:gd name="connsiteY12" fmla="*/ 68664 h 114364"/>
                <a:gd name="connsiteX13" fmla="*/ 35413 w 78518"/>
                <a:gd name="connsiteY13" fmla="*/ 82125 h 114364"/>
                <a:gd name="connsiteX14" fmla="*/ 0 w 78518"/>
                <a:gd name="connsiteY14" fmla="*/ 41063 h 114364"/>
                <a:gd name="connsiteX15" fmla="*/ 35413 w 78518"/>
                <a:gd name="connsiteY15" fmla="*/ 0 h 114364"/>
                <a:gd name="connsiteX16" fmla="*/ 61095 w 78518"/>
                <a:gd name="connsiteY16" fmla="*/ 13122 h 114364"/>
                <a:gd name="connsiteX17" fmla="*/ 61095 w 78518"/>
                <a:gd name="connsiteY17" fmla="*/ 2036 h 114364"/>
                <a:gd name="connsiteX18" fmla="*/ 78519 w 78518"/>
                <a:gd name="connsiteY18" fmla="*/ 2036 h 114364"/>
                <a:gd name="connsiteX19" fmla="*/ 78519 w 78518"/>
                <a:gd name="connsiteY19" fmla="*/ 77827 h 114364"/>
                <a:gd name="connsiteX20" fmla="*/ 37449 w 78518"/>
                <a:gd name="connsiteY20" fmla="*/ 114364 h 114364"/>
                <a:gd name="connsiteX21" fmla="*/ 37449 w 78518"/>
                <a:gd name="connsiteY21" fmla="*/ 114364 h 114364"/>
                <a:gd name="connsiteX22" fmla="*/ 37449 w 78518"/>
                <a:gd name="connsiteY22" fmla="*/ 114138 h 114364"/>
                <a:gd name="connsiteX23" fmla="*/ 37449 w 78518"/>
                <a:gd name="connsiteY23" fmla="*/ 114138 h 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8518" h="114364">
                  <a:moveTo>
                    <a:pt x="40504" y="66401"/>
                  </a:moveTo>
                  <a:cubicBezTo>
                    <a:pt x="48650" y="66401"/>
                    <a:pt x="57022" y="61650"/>
                    <a:pt x="60982" y="55768"/>
                  </a:cubicBezTo>
                  <a:lnTo>
                    <a:pt x="60982" y="25791"/>
                  </a:lnTo>
                  <a:cubicBezTo>
                    <a:pt x="57022" y="20022"/>
                    <a:pt x="48537" y="15158"/>
                    <a:pt x="40504" y="15158"/>
                  </a:cubicBezTo>
                  <a:cubicBezTo>
                    <a:pt x="26588" y="15158"/>
                    <a:pt x="17876" y="25452"/>
                    <a:pt x="17876" y="40836"/>
                  </a:cubicBezTo>
                  <a:cubicBezTo>
                    <a:pt x="17876" y="56221"/>
                    <a:pt x="26701" y="66288"/>
                    <a:pt x="40504" y="66288"/>
                  </a:cubicBezTo>
                  <a:lnTo>
                    <a:pt x="40504" y="66288"/>
                  </a:lnTo>
                  <a:close/>
                  <a:moveTo>
                    <a:pt x="37449" y="114138"/>
                  </a:moveTo>
                  <a:cubicBezTo>
                    <a:pt x="23872" y="114138"/>
                    <a:pt x="13803" y="111197"/>
                    <a:pt x="3847" y="102260"/>
                  </a:cubicBezTo>
                  <a:lnTo>
                    <a:pt x="11993" y="89704"/>
                  </a:lnTo>
                  <a:cubicBezTo>
                    <a:pt x="18668" y="97170"/>
                    <a:pt x="26927" y="99998"/>
                    <a:pt x="37449" y="99998"/>
                  </a:cubicBezTo>
                  <a:cubicBezTo>
                    <a:pt x="47971" y="99998"/>
                    <a:pt x="61095" y="94681"/>
                    <a:pt x="61095" y="77713"/>
                  </a:cubicBezTo>
                  <a:lnTo>
                    <a:pt x="61095" y="68664"/>
                  </a:lnTo>
                  <a:cubicBezTo>
                    <a:pt x="54986" y="76808"/>
                    <a:pt x="45821" y="82125"/>
                    <a:pt x="35413" y="82125"/>
                  </a:cubicBezTo>
                  <a:cubicBezTo>
                    <a:pt x="15048" y="82125"/>
                    <a:pt x="0" y="67419"/>
                    <a:pt x="0" y="41063"/>
                  </a:cubicBezTo>
                  <a:cubicBezTo>
                    <a:pt x="0" y="14706"/>
                    <a:pt x="14708" y="0"/>
                    <a:pt x="35413" y="0"/>
                  </a:cubicBezTo>
                  <a:cubicBezTo>
                    <a:pt x="56117" y="0"/>
                    <a:pt x="54646" y="4412"/>
                    <a:pt x="61095" y="13122"/>
                  </a:cubicBezTo>
                  <a:lnTo>
                    <a:pt x="61095" y="2036"/>
                  </a:lnTo>
                  <a:lnTo>
                    <a:pt x="78519" y="2036"/>
                  </a:lnTo>
                  <a:lnTo>
                    <a:pt x="78519" y="77827"/>
                  </a:lnTo>
                  <a:cubicBezTo>
                    <a:pt x="78519" y="106672"/>
                    <a:pt x="57022" y="114364"/>
                    <a:pt x="37449" y="114364"/>
                  </a:cubicBezTo>
                  <a:lnTo>
                    <a:pt x="37449" y="114364"/>
                  </a:lnTo>
                  <a:lnTo>
                    <a:pt x="37449" y="114138"/>
                  </a:lnTo>
                  <a:lnTo>
                    <a:pt x="37449" y="11413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0349AA7-A530-A87C-65A3-89ABD2E7947E}"/>
                </a:ext>
              </a:extLst>
            </p:cNvPr>
            <p:cNvSpPr/>
            <p:nvPr/>
          </p:nvSpPr>
          <p:spPr>
            <a:xfrm>
              <a:off x="862570" y="6870832"/>
              <a:ext cx="71164" cy="83821"/>
            </a:xfrm>
            <a:custGeom>
              <a:avLst/>
              <a:gdLst>
                <a:gd name="connsiteX0" fmla="*/ 34621 w 71164"/>
                <a:gd name="connsiteY0" fmla="*/ 71944 h 83821"/>
                <a:gd name="connsiteX1" fmla="*/ 53628 w 71164"/>
                <a:gd name="connsiteY1" fmla="*/ 63687 h 83821"/>
                <a:gd name="connsiteX2" fmla="*/ 53628 w 71164"/>
                <a:gd name="connsiteY2" fmla="*/ 51470 h 83821"/>
                <a:gd name="connsiteX3" fmla="*/ 34621 w 71164"/>
                <a:gd name="connsiteY3" fmla="*/ 43212 h 83821"/>
                <a:gd name="connsiteX4" fmla="*/ 17423 w 71164"/>
                <a:gd name="connsiteY4" fmla="*/ 57578 h 83821"/>
                <a:gd name="connsiteX5" fmla="*/ 34621 w 71164"/>
                <a:gd name="connsiteY5" fmla="*/ 71944 h 83821"/>
                <a:gd name="connsiteX6" fmla="*/ 34621 w 71164"/>
                <a:gd name="connsiteY6" fmla="*/ 71944 h 83821"/>
                <a:gd name="connsiteX7" fmla="*/ 71051 w 71164"/>
                <a:gd name="connsiteY7" fmla="*/ 81899 h 83821"/>
                <a:gd name="connsiteX8" fmla="*/ 53628 w 71164"/>
                <a:gd name="connsiteY8" fmla="*/ 81899 h 83821"/>
                <a:gd name="connsiteX9" fmla="*/ 53628 w 71164"/>
                <a:gd name="connsiteY9" fmla="*/ 73075 h 83821"/>
                <a:gd name="connsiteX10" fmla="*/ 27606 w 71164"/>
                <a:gd name="connsiteY10" fmla="*/ 83822 h 83821"/>
                <a:gd name="connsiteX11" fmla="*/ 0 w 71164"/>
                <a:gd name="connsiteY11" fmla="*/ 57352 h 83821"/>
                <a:gd name="connsiteX12" fmla="*/ 27606 w 71164"/>
                <a:gd name="connsiteY12" fmla="*/ 31221 h 83821"/>
                <a:gd name="connsiteX13" fmla="*/ 53628 w 71164"/>
                <a:gd name="connsiteY13" fmla="*/ 41515 h 83821"/>
                <a:gd name="connsiteX14" fmla="*/ 53628 w 71164"/>
                <a:gd name="connsiteY14" fmla="*/ 29637 h 83821"/>
                <a:gd name="connsiteX15" fmla="*/ 34960 w 71164"/>
                <a:gd name="connsiteY15" fmla="*/ 14706 h 83821"/>
                <a:gd name="connsiteX16" fmla="*/ 11314 w 71164"/>
                <a:gd name="connsiteY16" fmla="*/ 25000 h 83821"/>
                <a:gd name="connsiteX17" fmla="*/ 4073 w 71164"/>
                <a:gd name="connsiteY17" fmla="*/ 12896 h 83821"/>
                <a:gd name="connsiteX18" fmla="*/ 37675 w 71164"/>
                <a:gd name="connsiteY18" fmla="*/ 0 h 83821"/>
                <a:gd name="connsiteX19" fmla="*/ 71165 w 71164"/>
                <a:gd name="connsiteY19" fmla="*/ 28846 h 83821"/>
                <a:gd name="connsiteX20" fmla="*/ 71165 w 71164"/>
                <a:gd name="connsiteY20" fmla="*/ 82012 h 83821"/>
                <a:gd name="connsiteX21" fmla="*/ 71165 w 71164"/>
                <a:gd name="connsiteY21" fmla="*/ 82012 h 8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164" h="83821">
                  <a:moveTo>
                    <a:pt x="34621" y="71944"/>
                  </a:moveTo>
                  <a:cubicBezTo>
                    <a:pt x="42088" y="71944"/>
                    <a:pt x="49555" y="69116"/>
                    <a:pt x="53628" y="63687"/>
                  </a:cubicBezTo>
                  <a:lnTo>
                    <a:pt x="53628" y="51470"/>
                  </a:lnTo>
                  <a:cubicBezTo>
                    <a:pt x="49442" y="46040"/>
                    <a:pt x="42088" y="43212"/>
                    <a:pt x="34621" y="43212"/>
                  </a:cubicBezTo>
                  <a:cubicBezTo>
                    <a:pt x="27153" y="43212"/>
                    <a:pt x="17423" y="48981"/>
                    <a:pt x="17423" y="57578"/>
                  </a:cubicBezTo>
                  <a:cubicBezTo>
                    <a:pt x="17423" y="66175"/>
                    <a:pt x="24891" y="71944"/>
                    <a:pt x="34621" y="71944"/>
                  </a:cubicBezTo>
                  <a:lnTo>
                    <a:pt x="34621" y="71944"/>
                  </a:lnTo>
                  <a:close/>
                  <a:moveTo>
                    <a:pt x="71051" y="81899"/>
                  </a:moveTo>
                  <a:lnTo>
                    <a:pt x="53628" y="81899"/>
                  </a:lnTo>
                  <a:lnTo>
                    <a:pt x="53628" y="73075"/>
                  </a:lnTo>
                  <a:cubicBezTo>
                    <a:pt x="47632" y="79976"/>
                    <a:pt x="38241" y="83822"/>
                    <a:pt x="27606" y="83822"/>
                  </a:cubicBezTo>
                  <a:cubicBezTo>
                    <a:pt x="16971" y="83822"/>
                    <a:pt x="0" y="74885"/>
                    <a:pt x="0" y="57352"/>
                  </a:cubicBezTo>
                  <a:cubicBezTo>
                    <a:pt x="0" y="39818"/>
                    <a:pt x="14595" y="31221"/>
                    <a:pt x="27606" y="31221"/>
                  </a:cubicBezTo>
                  <a:cubicBezTo>
                    <a:pt x="40617" y="31221"/>
                    <a:pt x="47632" y="34728"/>
                    <a:pt x="53628" y="41515"/>
                  </a:cubicBezTo>
                  <a:lnTo>
                    <a:pt x="53628" y="29637"/>
                  </a:lnTo>
                  <a:cubicBezTo>
                    <a:pt x="53628" y="20362"/>
                    <a:pt x="45821" y="14706"/>
                    <a:pt x="34960" y="14706"/>
                  </a:cubicBezTo>
                  <a:cubicBezTo>
                    <a:pt x="24099" y="14706"/>
                    <a:pt x="18102" y="17986"/>
                    <a:pt x="11314" y="25000"/>
                  </a:cubicBezTo>
                  <a:lnTo>
                    <a:pt x="4073" y="12896"/>
                  </a:lnTo>
                  <a:cubicBezTo>
                    <a:pt x="13350" y="3959"/>
                    <a:pt x="24891" y="0"/>
                    <a:pt x="37675" y="0"/>
                  </a:cubicBezTo>
                  <a:cubicBezTo>
                    <a:pt x="50460" y="0"/>
                    <a:pt x="71165" y="7466"/>
                    <a:pt x="71165" y="28846"/>
                  </a:cubicBezTo>
                  <a:lnTo>
                    <a:pt x="71165" y="82012"/>
                  </a:lnTo>
                  <a:lnTo>
                    <a:pt x="71165" y="8201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DFC649C-81EB-2652-C3EB-6F8D58768147}"/>
                </a:ext>
              </a:extLst>
            </p:cNvPr>
            <p:cNvSpPr/>
            <p:nvPr/>
          </p:nvSpPr>
          <p:spPr>
            <a:xfrm>
              <a:off x="771380" y="6870719"/>
              <a:ext cx="78518" cy="112328"/>
            </a:xfrm>
            <a:custGeom>
              <a:avLst/>
              <a:gdLst>
                <a:gd name="connsiteX0" fmla="*/ 38015 w 78518"/>
                <a:gd name="connsiteY0" fmla="*/ 68551 h 112328"/>
                <a:gd name="connsiteX1" fmla="*/ 60643 w 78518"/>
                <a:gd name="connsiteY1" fmla="*/ 41854 h 112328"/>
                <a:gd name="connsiteX2" fmla="*/ 38015 w 78518"/>
                <a:gd name="connsiteY2" fmla="*/ 15384 h 112328"/>
                <a:gd name="connsiteX3" fmla="*/ 17537 w 78518"/>
                <a:gd name="connsiteY3" fmla="*/ 26018 h 112328"/>
                <a:gd name="connsiteX4" fmla="*/ 17537 w 78518"/>
                <a:gd name="connsiteY4" fmla="*/ 57578 h 112328"/>
                <a:gd name="connsiteX5" fmla="*/ 38015 w 78518"/>
                <a:gd name="connsiteY5" fmla="*/ 68551 h 112328"/>
                <a:gd name="connsiteX6" fmla="*/ 43106 w 78518"/>
                <a:gd name="connsiteY6" fmla="*/ 83935 h 112328"/>
                <a:gd name="connsiteX7" fmla="*/ 17423 w 78518"/>
                <a:gd name="connsiteY7" fmla="*/ 70813 h 112328"/>
                <a:gd name="connsiteX8" fmla="*/ 17423 w 78518"/>
                <a:gd name="connsiteY8" fmla="*/ 112328 h 112328"/>
                <a:gd name="connsiteX9" fmla="*/ 0 w 78518"/>
                <a:gd name="connsiteY9" fmla="*/ 112328 h 112328"/>
                <a:gd name="connsiteX10" fmla="*/ 0 w 78518"/>
                <a:gd name="connsiteY10" fmla="*/ 1923 h 112328"/>
                <a:gd name="connsiteX11" fmla="*/ 17423 w 78518"/>
                <a:gd name="connsiteY11" fmla="*/ 1923 h 112328"/>
                <a:gd name="connsiteX12" fmla="*/ 17423 w 78518"/>
                <a:gd name="connsiteY12" fmla="*/ 12896 h 112328"/>
                <a:gd name="connsiteX13" fmla="*/ 43106 w 78518"/>
                <a:gd name="connsiteY13" fmla="*/ 0 h 112328"/>
                <a:gd name="connsiteX14" fmla="*/ 78519 w 78518"/>
                <a:gd name="connsiteY14" fmla="*/ 41854 h 112328"/>
                <a:gd name="connsiteX15" fmla="*/ 43106 w 78518"/>
                <a:gd name="connsiteY15" fmla="*/ 83935 h 112328"/>
                <a:gd name="connsiteX16" fmla="*/ 43106 w 78518"/>
                <a:gd name="connsiteY16" fmla="*/ 83935 h 11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518" h="112328">
                  <a:moveTo>
                    <a:pt x="38015" y="68551"/>
                  </a:moveTo>
                  <a:cubicBezTo>
                    <a:pt x="51705" y="68551"/>
                    <a:pt x="60643" y="57465"/>
                    <a:pt x="60643" y="41854"/>
                  </a:cubicBezTo>
                  <a:cubicBezTo>
                    <a:pt x="60643" y="26244"/>
                    <a:pt x="51705" y="15384"/>
                    <a:pt x="38015" y="15384"/>
                  </a:cubicBezTo>
                  <a:cubicBezTo>
                    <a:pt x="24325" y="15384"/>
                    <a:pt x="21496" y="20022"/>
                    <a:pt x="17537" y="26018"/>
                  </a:cubicBezTo>
                  <a:lnTo>
                    <a:pt x="17537" y="57578"/>
                  </a:lnTo>
                  <a:cubicBezTo>
                    <a:pt x="21383" y="63573"/>
                    <a:pt x="29982" y="68551"/>
                    <a:pt x="38015" y="68551"/>
                  </a:cubicBezTo>
                  <a:close/>
                  <a:moveTo>
                    <a:pt x="43106" y="83935"/>
                  </a:moveTo>
                  <a:cubicBezTo>
                    <a:pt x="33037" y="83935"/>
                    <a:pt x="24099" y="79297"/>
                    <a:pt x="17423" y="70813"/>
                  </a:cubicBezTo>
                  <a:lnTo>
                    <a:pt x="17423" y="112328"/>
                  </a:lnTo>
                  <a:lnTo>
                    <a:pt x="0" y="112328"/>
                  </a:lnTo>
                  <a:lnTo>
                    <a:pt x="0" y="1923"/>
                  </a:lnTo>
                  <a:lnTo>
                    <a:pt x="17423" y="1923"/>
                  </a:lnTo>
                  <a:lnTo>
                    <a:pt x="17423" y="12896"/>
                  </a:lnTo>
                  <a:cubicBezTo>
                    <a:pt x="23420" y="4977"/>
                    <a:pt x="32697" y="0"/>
                    <a:pt x="43106" y="0"/>
                  </a:cubicBezTo>
                  <a:cubicBezTo>
                    <a:pt x="63811" y="0"/>
                    <a:pt x="78519" y="15611"/>
                    <a:pt x="78519" y="41854"/>
                  </a:cubicBezTo>
                  <a:cubicBezTo>
                    <a:pt x="78519" y="68098"/>
                    <a:pt x="63811" y="83935"/>
                    <a:pt x="43106" y="83935"/>
                  </a:cubicBezTo>
                  <a:lnTo>
                    <a:pt x="43106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ED48283-BF2F-8F48-0DB6-CD433ADEEBCC}"/>
                </a:ext>
              </a:extLst>
            </p:cNvPr>
            <p:cNvSpPr/>
            <p:nvPr/>
          </p:nvSpPr>
          <p:spPr>
            <a:xfrm>
              <a:off x="552456" y="6831805"/>
              <a:ext cx="166314" cy="195018"/>
            </a:xfrm>
            <a:custGeom>
              <a:avLst/>
              <a:gdLst>
                <a:gd name="connsiteX0" fmla="*/ 47179 w 166314"/>
                <a:gd name="connsiteY0" fmla="*/ 0 h 195018"/>
                <a:gd name="connsiteX1" fmla="*/ 0 w 166314"/>
                <a:gd name="connsiteY1" fmla="*/ 47058 h 195018"/>
                <a:gd name="connsiteX2" fmla="*/ 0 w 166314"/>
                <a:gd name="connsiteY2" fmla="*/ 119002 h 195018"/>
                <a:gd name="connsiteX3" fmla="*/ 47179 w 166314"/>
                <a:gd name="connsiteY3" fmla="*/ 166060 h 195018"/>
                <a:gd name="connsiteX4" fmla="*/ 63245 w 166314"/>
                <a:gd name="connsiteY4" fmla="*/ 166060 h 195018"/>
                <a:gd name="connsiteX5" fmla="*/ 63358 w 166314"/>
                <a:gd name="connsiteY5" fmla="*/ 166286 h 195018"/>
                <a:gd name="connsiteX6" fmla="*/ 78406 w 166314"/>
                <a:gd name="connsiteY6" fmla="*/ 192304 h 195018"/>
                <a:gd name="connsiteX7" fmla="*/ 87909 w 166314"/>
                <a:gd name="connsiteY7" fmla="*/ 192304 h 195018"/>
                <a:gd name="connsiteX8" fmla="*/ 102957 w 166314"/>
                <a:gd name="connsiteY8" fmla="*/ 166286 h 195018"/>
                <a:gd name="connsiteX9" fmla="*/ 103070 w 166314"/>
                <a:gd name="connsiteY9" fmla="*/ 166060 h 195018"/>
                <a:gd name="connsiteX10" fmla="*/ 119136 w 166314"/>
                <a:gd name="connsiteY10" fmla="*/ 166060 h 195018"/>
                <a:gd name="connsiteX11" fmla="*/ 166315 w 166314"/>
                <a:gd name="connsiteY11" fmla="*/ 119002 h 195018"/>
                <a:gd name="connsiteX12" fmla="*/ 166315 w 166314"/>
                <a:gd name="connsiteY12" fmla="*/ 47058 h 195018"/>
                <a:gd name="connsiteX13" fmla="*/ 119136 w 166314"/>
                <a:gd name="connsiteY13" fmla="*/ 0 h 195018"/>
                <a:gd name="connsiteX14" fmla="*/ 47066 w 166314"/>
                <a:gd name="connsiteY14" fmla="*/ 0 h 195018"/>
                <a:gd name="connsiteX15" fmla="*/ 47179 w 166314"/>
                <a:gd name="connsiteY15" fmla="*/ 0 h 195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6314" h="195018">
                  <a:moveTo>
                    <a:pt x="47179" y="0"/>
                  </a:moveTo>
                  <a:cubicBezTo>
                    <a:pt x="21157" y="0"/>
                    <a:pt x="0" y="21040"/>
                    <a:pt x="0" y="47058"/>
                  </a:cubicBezTo>
                  <a:lnTo>
                    <a:pt x="0" y="119002"/>
                  </a:lnTo>
                  <a:cubicBezTo>
                    <a:pt x="0" y="145020"/>
                    <a:pt x="21157" y="166060"/>
                    <a:pt x="47179" y="166060"/>
                  </a:cubicBezTo>
                  <a:lnTo>
                    <a:pt x="63245" y="166060"/>
                  </a:lnTo>
                  <a:cubicBezTo>
                    <a:pt x="63245" y="166060"/>
                    <a:pt x="63245" y="166286"/>
                    <a:pt x="63358" y="166286"/>
                  </a:cubicBezTo>
                  <a:lnTo>
                    <a:pt x="78406" y="192304"/>
                  </a:lnTo>
                  <a:cubicBezTo>
                    <a:pt x="80555" y="195924"/>
                    <a:pt x="85760" y="195924"/>
                    <a:pt x="87909" y="192304"/>
                  </a:cubicBezTo>
                  <a:lnTo>
                    <a:pt x="102957" y="166286"/>
                  </a:lnTo>
                  <a:cubicBezTo>
                    <a:pt x="102957" y="166286"/>
                    <a:pt x="102957" y="166060"/>
                    <a:pt x="103070" y="166060"/>
                  </a:cubicBezTo>
                  <a:lnTo>
                    <a:pt x="119136" y="166060"/>
                  </a:lnTo>
                  <a:cubicBezTo>
                    <a:pt x="145158" y="166060"/>
                    <a:pt x="166315" y="145020"/>
                    <a:pt x="166315" y="119002"/>
                  </a:cubicBezTo>
                  <a:lnTo>
                    <a:pt x="166315" y="47058"/>
                  </a:lnTo>
                  <a:cubicBezTo>
                    <a:pt x="166315" y="21040"/>
                    <a:pt x="145158" y="0"/>
                    <a:pt x="119136" y="0"/>
                  </a:cubicBezTo>
                  <a:lnTo>
                    <a:pt x="47066" y="0"/>
                  </a:lnTo>
                  <a:lnTo>
                    <a:pt x="47179" y="0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0CC3012-4EE0-EE38-B3BA-1C824F5A6E69}"/>
                </a:ext>
              </a:extLst>
            </p:cNvPr>
            <p:cNvSpPr/>
            <p:nvPr/>
          </p:nvSpPr>
          <p:spPr>
            <a:xfrm>
              <a:off x="576356" y="6872670"/>
              <a:ext cx="94577" cy="47340"/>
            </a:xfrm>
            <a:custGeom>
              <a:avLst/>
              <a:gdLst>
                <a:gd name="connsiteX0" fmla="*/ 45567 w 94577"/>
                <a:gd name="connsiteY0" fmla="*/ 17958 h 47340"/>
                <a:gd name="connsiteX1" fmla="*/ 43870 w 94577"/>
                <a:gd name="connsiteY1" fmla="*/ 3478 h 47340"/>
                <a:gd name="connsiteX2" fmla="*/ 27238 w 94577"/>
                <a:gd name="connsiteY2" fmla="*/ 3478 h 47340"/>
                <a:gd name="connsiteX3" fmla="*/ 25315 w 94577"/>
                <a:gd name="connsiteY3" fmla="*/ 17618 h 47340"/>
                <a:gd name="connsiteX4" fmla="*/ 17621 w 94577"/>
                <a:gd name="connsiteY4" fmla="*/ 25311 h 47340"/>
                <a:gd name="connsiteX5" fmla="*/ 3479 w 94577"/>
                <a:gd name="connsiteY5" fmla="*/ 27234 h 47340"/>
                <a:gd name="connsiteX6" fmla="*/ 3479 w 94577"/>
                <a:gd name="connsiteY6" fmla="*/ 43862 h 47340"/>
                <a:gd name="connsiteX7" fmla="*/ 20110 w 94577"/>
                <a:gd name="connsiteY7" fmla="*/ 43862 h 47340"/>
                <a:gd name="connsiteX8" fmla="*/ 22034 w 94577"/>
                <a:gd name="connsiteY8" fmla="*/ 29722 h 47340"/>
                <a:gd name="connsiteX9" fmla="*/ 29727 w 94577"/>
                <a:gd name="connsiteY9" fmla="*/ 22030 h 47340"/>
                <a:gd name="connsiteX10" fmla="*/ 41154 w 94577"/>
                <a:gd name="connsiteY10" fmla="*/ 22143 h 47340"/>
                <a:gd name="connsiteX11" fmla="*/ 48961 w 94577"/>
                <a:gd name="connsiteY11" fmla="*/ 29949 h 47340"/>
                <a:gd name="connsiteX12" fmla="*/ 50998 w 94577"/>
                <a:gd name="connsiteY12" fmla="*/ 43862 h 47340"/>
                <a:gd name="connsiteX13" fmla="*/ 67629 w 94577"/>
                <a:gd name="connsiteY13" fmla="*/ 43862 h 47340"/>
                <a:gd name="connsiteX14" fmla="*/ 69213 w 94577"/>
                <a:gd name="connsiteY14" fmla="*/ 29157 h 47340"/>
                <a:gd name="connsiteX15" fmla="*/ 69552 w 94577"/>
                <a:gd name="connsiteY15" fmla="*/ 29496 h 47340"/>
                <a:gd name="connsiteX16" fmla="*/ 77133 w 94577"/>
                <a:gd name="connsiteY16" fmla="*/ 21917 h 47340"/>
                <a:gd name="connsiteX17" fmla="*/ 91388 w 94577"/>
                <a:gd name="connsiteY17" fmla="*/ 20107 h 47340"/>
                <a:gd name="connsiteX18" fmla="*/ 91388 w 94577"/>
                <a:gd name="connsiteY18" fmla="*/ 3478 h 47340"/>
                <a:gd name="connsiteX19" fmla="*/ 74757 w 94577"/>
                <a:gd name="connsiteY19" fmla="*/ 3478 h 47340"/>
                <a:gd name="connsiteX20" fmla="*/ 72833 w 94577"/>
                <a:gd name="connsiteY20" fmla="*/ 17618 h 47340"/>
                <a:gd name="connsiteX21" fmla="*/ 65253 w 94577"/>
                <a:gd name="connsiteY21" fmla="*/ 25197 h 47340"/>
                <a:gd name="connsiteX22" fmla="*/ 65706 w 94577"/>
                <a:gd name="connsiteY22" fmla="*/ 25650 h 47340"/>
                <a:gd name="connsiteX23" fmla="*/ 53260 w 94577"/>
                <a:gd name="connsiteY23" fmla="*/ 25537 h 47340"/>
                <a:gd name="connsiteX24" fmla="*/ 45680 w 94577"/>
                <a:gd name="connsiteY24" fmla="*/ 17958 h 47340"/>
                <a:gd name="connsiteX25" fmla="*/ 45680 w 94577"/>
                <a:gd name="connsiteY25" fmla="*/ 17958 h 4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4577" h="47340">
                  <a:moveTo>
                    <a:pt x="45567" y="17958"/>
                  </a:moveTo>
                  <a:cubicBezTo>
                    <a:pt x="48282" y="13433"/>
                    <a:pt x="47716" y="7438"/>
                    <a:pt x="43870" y="3478"/>
                  </a:cubicBezTo>
                  <a:cubicBezTo>
                    <a:pt x="39231" y="-1159"/>
                    <a:pt x="31764" y="-1159"/>
                    <a:pt x="27238" y="3478"/>
                  </a:cubicBezTo>
                  <a:cubicBezTo>
                    <a:pt x="23392" y="7325"/>
                    <a:pt x="22713" y="13207"/>
                    <a:pt x="25315" y="17618"/>
                  </a:cubicBezTo>
                  <a:lnTo>
                    <a:pt x="17621" y="25311"/>
                  </a:lnTo>
                  <a:cubicBezTo>
                    <a:pt x="13096" y="22709"/>
                    <a:pt x="7326" y="23388"/>
                    <a:pt x="3479" y="27234"/>
                  </a:cubicBezTo>
                  <a:cubicBezTo>
                    <a:pt x="-1160" y="31872"/>
                    <a:pt x="-1160" y="39337"/>
                    <a:pt x="3479" y="43862"/>
                  </a:cubicBezTo>
                  <a:cubicBezTo>
                    <a:pt x="8118" y="48500"/>
                    <a:pt x="15585" y="48500"/>
                    <a:pt x="20110" y="43862"/>
                  </a:cubicBezTo>
                  <a:cubicBezTo>
                    <a:pt x="23957" y="40016"/>
                    <a:pt x="24636" y="34134"/>
                    <a:pt x="22034" y="29722"/>
                  </a:cubicBezTo>
                  <a:lnTo>
                    <a:pt x="29727" y="22030"/>
                  </a:lnTo>
                  <a:cubicBezTo>
                    <a:pt x="33235" y="24066"/>
                    <a:pt x="37647" y="24066"/>
                    <a:pt x="41154" y="22143"/>
                  </a:cubicBezTo>
                  <a:lnTo>
                    <a:pt x="48961" y="29949"/>
                  </a:lnTo>
                  <a:cubicBezTo>
                    <a:pt x="46585" y="34473"/>
                    <a:pt x="47264" y="40129"/>
                    <a:pt x="50998" y="43862"/>
                  </a:cubicBezTo>
                  <a:cubicBezTo>
                    <a:pt x="54731" y="47595"/>
                    <a:pt x="63103" y="48500"/>
                    <a:pt x="67629" y="43862"/>
                  </a:cubicBezTo>
                  <a:cubicBezTo>
                    <a:pt x="71589" y="39903"/>
                    <a:pt x="72155" y="33795"/>
                    <a:pt x="69213" y="29157"/>
                  </a:cubicBezTo>
                  <a:lnTo>
                    <a:pt x="69552" y="29496"/>
                  </a:lnTo>
                  <a:lnTo>
                    <a:pt x="77133" y="21917"/>
                  </a:lnTo>
                  <a:cubicBezTo>
                    <a:pt x="81658" y="24519"/>
                    <a:pt x="87541" y="23953"/>
                    <a:pt x="91388" y="20107"/>
                  </a:cubicBezTo>
                  <a:cubicBezTo>
                    <a:pt x="95235" y="16261"/>
                    <a:pt x="96027" y="8003"/>
                    <a:pt x="91388" y="3478"/>
                  </a:cubicBezTo>
                  <a:cubicBezTo>
                    <a:pt x="86750" y="-1159"/>
                    <a:pt x="79282" y="-1159"/>
                    <a:pt x="74757" y="3478"/>
                  </a:cubicBezTo>
                  <a:cubicBezTo>
                    <a:pt x="70910" y="7325"/>
                    <a:pt x="70231" y="13094"/>
                    <a:pt x="72833" y="17618"/>
                  </a:cubicBezTo>
                  <a:lnTo>
                    <a:pt x="65253" y="25197"/>
                  </a:lnTo>
                  <a:lnTo>
                    <a:pt x="65706" y="25650"/>
                  </a:lnTo>
                  <a:cubicBezTo>
                    <a:pt x="61972" y="23274"/>
                    <a:pt x="57107" y="23161"/>
                    <a:pt x="53260" y="25537"/>
                  </a:cubicBezTo>
                  <a:lnTo>
                    <a:pt x="45680" y="17958"/>
                  </a:lnTo>
                  <a:lnTo>
                    <a:pt x="45680" y="17958"/>
                  </a:lnTo>
                  <a:close/>
                </a:path>
              </a:pathLst>
            </a:custGeom>
            <a:solidFill>
              <a:srgbClr val="FF7800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D6318F5-CD23-94E6-EBB1-2657AC95E701}"/>
                </a:ext>
              </a:extLst>
            </p:cNvPr>
            <p:cNvSpPr/>
            <p:nvPr/>
          </p:nvSpPr>
          <p:spPr>
            <a:xfrm>
              <a:off x="600002" y="6896425"/>
              <a:ext cx="94867" cy="71095"/>
            </a:xfrm>
            <a:custGeom>
              <a:avLst/>
              <a:gdLst>
                <a:gd name="connsiteX0" fmla="*/ 91388 w 94867"/>
                <a:gd name="connsiteY0" fmla="*/ 3478 h 71095"/>
                <a:gd name="connsiteX1" fmla="*/ 91388 w 94867"/>
                <a:gd name="connsiteY1" fmla="*/ 20107 h 71095"/>
                <a:gd name="connsiteX2" fmla="*/ 77246 w 94867"/>
                <a:gd name="connsiteY2" fmla="*/ 22030 h 71095"/>
                <a:gd name="connsiteX3" fmla="*/ 69552 w 94867"/>
                <a:gd name="connsiteY3" fmla="*/ 29722 h 71095"/>
                <a:gd name="connsiteX4" fmla="*/ 67629 w 94867"/>
                <a:gd name="connsiteY4" fmla="*/ 43862 h 71095"/>
                <a:gd name="connsiteX5" fmla="*/ 53487 w 94867"/>
                <a:gd name="connsiteY5" fmla="*/ 45785 h 71095"/>
                <a:gd name="connsiteX6" fmla="*/ 45793 w 94867"/>
                <a:gd name="connsiteY6" fmla="*/ 53477 h 71095"/>
                <a:gd name="connsiteX7" fmla="*/ 43870 w 94867"/>
                <a:gd name="connsiteY7" fmla="*/ 67617 h 71095"/>
                <a:gd name="connsiteX8" fmla="*/ 27238 w 94867"/>
                <a:gd name="connsiteY8" fmla="*/ 67617 h 71095"/>
                <a:gd name="connsiteX9" fmla="*/ 25315 w 94867"/>
                <a:gd name="connsiteY9" fmla="*/ 53477 h 71095"/>
                <a:gd name="connsiteX10" fmla="*/ 17621 w 94867"/>
                <a:gd name="connsiteY10" fmla="*/ 45785 h 71095"/>
                <a:gd name="connsiteX11" fmla="*/ 3479 w 94867"/>
                <a:gd name="connsiteY11" fmla="*/ 43862 h 71095"/>
                <a:gd name="connsiteX12" fmla="*/ 3479 w 94867"/>
                <a:gd name="connsiteY12" fmla="*/ 27234 h 71095"/>
                <a:gd name="connsiteX13" fmla="*/ 20111 w 94867"/>
                <a:gd name="connsiteY13" fmla="*/ 27234 h 71095"/>
                <a:gd name="connsiteX14" fmla="*/ 22034 w 94867"/>
                <a:gd name="connsiteY14" fmla="*/ 41374 h 71095"/>
                <a:gd name="connsiteX15" fmla="*/ 29727 w 94867"/>
                <a:gd name="connsiteY15" fmla="*/ 49066 h 71095"/>
                <a:gd name="connsiteX16" fmla="*/ 41494 w 94867"/>
                <a:gd name="connsiteY16" fmla="*/ 49066 h 71095"/>
                <a:gd name="connsiteX17" fmla="*/ 49187 w 94867"/>
                <a:gd name="connsiteY17" fmla="*/ 41374 h 71095"/>
                <a:gd name="connsiteX18" fmla="*/ 51111 w 94867"/>
                <a:gd name="connsiteY18" fmla="*/ 27234 h 71095"/>
                <a:gd name="connsiteX19" fmla="*/ 65253 w 94867"/>
                <a:gd name="connsiteY19" fmla="*/ 25311 h 71095"/>
                <a:gd name="connsiteX20" fmla="*/ 72947 w 94867"/>
                <a:gd name="connsiteY20" fmla="*/ 17618 h 71095"/>
                <a:gd name="connsiteX21" fmla="*/ 74870 w 94867"/>
                <a:gd name="connsiteY21" fmla="*/ 3478 h 71095"/>
                <a:gd name="connsiteX22" fmla="*/ 91501 w 94867"/>
                <a:gd name="connsiteY22" fmla="*/ 3478 h 71095"/>
                <a:gd name="connsiteX23" fmla="*/ 91388 w 94867"/>
                <a:gd name="connsiteY23" fmla="*/ 3478 h 7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867" h="71095">
                  <a:moveTo>
                    <a:pt x="91388" y="3478"/>
                  </a:moveTo>
                  <a:cubicBezTo>
                    <a:pt x="96027" y="8116"/>
                    <a:pt x="96027" y="15582"/>
                    <a:pt x="91388" y="20107"/>
                  </a:cubicBezTo>
                  <a:cubicBezTo>
                    <a:pt x="87541" y="23953"/>
                    <a:pt x="81658" y="24632"/>
                    <a:pt x="77246" y="22030"/>
                  </a:cubicBezTo>
                  <a:lnTo>
                    <a:pt x="69552" y="29722"/>
                  </a:lnTo>
                  <a:cubicBezTo>
                    <a:pt x="72155" y="34247"/>
                    <a:pt x="71476" y="40016"/>
                    <a:pt x="67629" y="43862"/>
                  </a:cubicBezTo>
                  <a:cubicBezTo>
                    <a:pt x="63782" y="47708"/>
                    <a:pt x="57899" y="48387"/>
                    <a:pt x="53487" y="45785"/>
                  </a:cubicBezTo>
                  <a:lnTo>
                    <a:pt x="45793" y="53477"/>
                  </a:lnTo>
                  <a:cubicBezTo>
                    <a:pt x="48395" y="58002"/>
                    <a:pt x="47716" y="63771"/>
                    <a:pt x="43870" y="67617"/>
                  </a:cubicBezTo>
                  <a:cubicBezTo>
                    <a:pt x="39231" y="72255"/>
                    <a:pt x="31764" y="72255"/>
                    <a:pt x="27238" y="67617"/>
                  </a:cubicBezTo>
                  <a:cubicBezTo>
                    <a:pt x="23392" y="63771"/>
                    <a:pt x="22713" y="57889"/>
                    <a:pt x="25315" y="53477"/>
                  </a:cubicBezTo>
                  <a:lnTo>
                    <a:pt x="17621" y="45785"/>
                  </a:lnTo>
                  <a:cubicBezTo>
                    <a:pt x="13096" y="48387"/>
                    <a:pt x="7326" y="47708"/>
                    <a:pt x="3479" y="43862"/>
                  </a:cubicBezTo>
                  <a:cubicBezTo>
                    <a:pt x="-1160" y="39224"/>
                    <a:pt x="-1160" y="31758"/>
                    <a:pt x="3479" y="27234"/>
                  </a:cubicBezTo>
                  <a:cubicBezTo>
                    <a:pt x="8118" y="22596"/>
                    <a:pt x="15585" y="22596"/>
                    <a:pt x="20111" y="27234"/>
                  </a:cubicBezTo>
                  <a:cubicBezTo>
                    <a:pt x="23957" y="31080"/>
                    <a:pt x="24636" y="36962"/>
                    <a:pt x="22034" y="41374"/>
                  </a:cubicBezTo>
                  <a:lnTo>
                    <a:pt x="29727" y="49066"/>
                  </a:lnTo>
                  <a:cubicBezTo>
                    <a:pt x="33348" y="47030"/>
                    <a:pt x="37873" y="47030"/>
                    <a:pt x="41494" y="49066"/>
                  </a:cubicBezTo>
                  <a:lnTo>
                    <a:pt x="49187" y="41374"/>
                  </a:lnTo>
                  <a:cubicBezTo>
                    <a:pt x="46585" y="36849"/>
                    <a:pt x="47264" y="31080"/>
                    <a:pt x="51111" y="27234"/>
                  </a:cubicBezTo>
                  <a:cubicBezTo>
                    <a:pt x="54957" y="23388"/>
                    <a:pt x="60841" y="22709"/>
                    <a:pt x="65253" y="25311"/>
                  </a:cubicBezTo>
                  <a:lnTo>
                    <a:pt x="72947" y="17618"/>
                  </a:lnTo>
                  <a:cubicBezTo>
                    <a:pt x="70344" y="13094"/>
                    <a:pt x="71023" y="7325"/>
                    <a:pt x="74870" y="3478"/>
                  </a:cubicBezTo>
                  <a:cubicBezTo>
                    <a:pt x="79509" y="-1159"/>
                    <a:pt x="86976" y="-1159"/>
                    <a:pt x="91501" y="3478"/>
                  </a:cubicBezTo>
                  <a:lnTo>
                    <a:pt x="91388" y="3478"/>
                  </a:lnTo>
                  <a:close/>
                </a:path>
              </a:pathLst>
            </a:custGeom>
            <a:solidFill>
              <a:srgbClr val="FFFFFF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19" name="Graphic 24">
              <a:extLst>
                <a:ext uri="{FF2B5EF4-FFF2-40B4-BE49-F238E27FC236}">
                  <a16:creationId xmlns:a16="http://schemas.microsoft.com/office/drawing/2014/main" id="{B139B892-00CA-2A80-6013-2DE3C5B73E99}"/>
                </a:ext>
              </a:extLst>
            </p:cNvPr>
            <p:cNvGrpSpPr/>
            <p:nvPr/>
          </p:nvGrpSpPr>
          <p:grpSpPr>
            <a:xfrm>
              <a:off x="1643571" y="6843457"/>
              <a:ext cx="56846" cy="79433"/>
              <a:chOff x="1643571" y="6843457"/>
              <a:chExt cx="56846" cy="79433"/>
            </a:xfrm>
            <a:solidFill>
              <a:srgbClr val="4A106E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9DCCE7B-4303-3EF5-A703-01E4850ED8C2}"/>
                  </a:ext>
                </a:extLst>
              </p:cNvPr>
              <p:cNvSpPr/>
              <p:nvPr/>
            </p:nvSpPr>
            <p:spPr>
              <a:xfrm>
                <a:off x="1643571" y="6843457"/>
                <a:ext cx="15500" cy="21945"/>
              </a:xfrm>
              <a:custGeom>
                <a:avLst/>
                <a:gdLst>
                  <a:gd name="connsiteX0" fmla="*/ 7806 w 15500"/>
                  <a:gd name="connsiteY0" fmla="*/ 21832 h 21945"/>
                  <a:gd name="connsiteX1" fmla="*/ 3847 w 15500"/>
                  <a:gd name="connsiteY1" fmla="*/ 21040 h 21945"/>
                  <a:gd name="connsiteX2" fmla="*/ 1131 w 15500"/>
                  <a:gd name="connsiteY2" fmla="*/ 18891 h 21945"/>
                  <a:gd name="connsiteX3" fmla="*/ 0 w 15500"/>
                  <a:gd name="connsiteY3" fmla="*/ 15611 h 21945"/>
                  <a:gd name="connsiteX4" fmla="*/ 3281 w 15500"/>
                  <a:gd name="connsiteY4" fmla="*/ 15611 h 21945"/>
                  <a:gd name="connsiteX5" fmla="*/ 4073 w 15500"/>
                  <a:gd name="connsiteY5" fmla="*/ 17534 h 21945"/>
                  <a:gd name="connsiteX6" fmla="*/ 5770 w 15500"/>
                  <a:gd name="connsiteY6" fmla="*/ 18665 h 21945"/>
                  <a:gd name="connsiteX7" fmla="*/ 8033 w 15500"/>
                  <a:gd name="connsiteY7" fmla="*/ 19004 h 21945"/>
                  <a:gd name="connsiteX8" fmla="*/ 10296 w 15500"/>
                  <a:gd name="connsiteY8" fmla="*/ 18665 h 21945"/>
                  <a:gd name="connsiteX9" fmla="*/ 11993 w 15500"/>
                  <a:gd name="connsiteY9" fmla="*/ 17534 h 21945"/>
                  <a:gd name="connsiteX10" fmla="*/ 12558 w 15500"/>
                  <a:gd name="connsiteY10" fmla="*/ 15837 h 21945"/>
                  <a:gd name="connsiteX11" fmla="*/ 11993 w 15500"/>
                  <a:gd name="connsiteY11" fmla="*/ 14253 h 21945"/>
                  <a:gd name="connsiteX12" fmla="*/ 10635 w 15500"/>
                  <a:gd name="connsiteY12" fmla="*/ 13348 h 21945"/>
                  <a:gd name="connsiteX13" fmla="*/ 8485 w 15500"/>
                  <a:gd name="connsiteY13" fmla="*/ 12556 h 21945"/>
                  <a:gd name="connsiteX14" fmla="*/ 5996 w 15500"/>
                  <a:gd name="connsiteY14" fmla="*/ 11764 h 21945"/>
                  <a:gd name="connsiteX15" fmla="*/ 2036 w 15500"/>
                  <a:gd name="connsiteY15" fmla="*/ 9615 h 21945"/>
                  <a:gd name="connsiteX16" fmla="*/ 452 w 15500"/>
                  <a:gd name="connsiteY16" fmla="*/ 6222 h 21945"/>
                  <a:gd name="connsiteX17" fmla="*/ 1358 w 15500"/>
                  <a:gd name="connsiteY17" fmla="*/ 2941 h 21945"/>
                  <a:gd name="connsiteX18" fmla="*/ 4073 w 15500"/>
                  <a:gd name="connsiteY18" fmla="*/ 792 h 21945"/>
                  <a:gd name="connsiteX19" fmla="*/ 7920 w 15500"/>
                  <a:gd name="connsiteY19" fmla="*/ 0 h 21945"/>
                  <a:gd name="connsiteX20" fmla="*/ 11766 w 15500"/>
                  <a:gd name="connsiteY20" fmla="*/ 792 h 21945"/>
                  <a:gd name="connsiteX21" fmla="*/ 14256 w 15500"/>
                  <a:gd name="connsiteY21" fmla="*/ 2941 h 21945"/>
                  <a:gd name="connsiteX22" fmla="*/ 15161 w 15500"/>
                  <a:gd name="connsiteY22" fmla="*/ 5995 h 21945"/>
                  <a:gd name="connsiteX23" fmla="*/ 12106 w 15500"/>
                  <a:gd name="connsiteY23" fmla="*/ 5995 h 21945"/>
                  <a:gd name="connsiteX24" fmla="*/ 10748 w 15500"/>
                  <a:gd name="connsiteY24" fmla="*/ 3733 h 21945"/>
                  <a:gd name="connsiteX25" fmla="*/ 7693 w 15500"/>
                  <a:gd name="connsiteY25" fmla="*/ 2941 h 21945"/>
                  <a:gd name="connsiteX26" fmla="*/ 5431 w 15500"/>
                  <a:gd name="connsiteY26" fmla="*/ 3280 h 21945"/>
                  <a:gd name="connsiteX27" fmla="*/ 3847 w 15500"/>
                  <a:gd name="connsiteY27" fmla="*/ 4412 h 21945"/>
                  <a:gd name="connsiteX28" fmla="*/ 3281 w 15500"/>
                  <a:gd name="connsiteY28" fmla="*/ 5995 h 21945"/>
                  <a:gd name="connsiteX29" fmla="*/ 3847 w 15500"/>
                  <a:gd name="connsiteY29" fmla="*/ 7579 h 21945"/>
                  <a:gd name="connsiteX30" fmla="*/ 5431 w 15500"/>
                  <a:gd name="connsiteY30" fmla="*/ 8484 h 21945"/>
                  <a:gd name="connsiteX31" fmla="*/ 7128 w 15500"/>
                  <a:gd name="connsiteY31" fmla="*/ 9050 h 21945"/>
                  <a:gd name="connsiteX32" fmla="*/ 9277 w 15500"/>
                  <a:gd name="connsiteY32" fmla="*/ 9615 h 21945"/>
                  <a:gd name="connsiteX33" fmla="*/ 11427 w 15500"/>
                  <a:gd name="connsiteY33" fmla="*/ 10407 h 21945"/>
                  <a:gd name="connsiteX34" fmla="*/ 13350 w 15500"/>
                  <a:gd name="connsiteY34" fmla="*/ 11538 h 21945"/>
                  <a:gd name="connsiteX35" fmla="*/ 14934 w 15500"/>
                  <a:gd name="connsiteY35" fmla="*/ 13235 h 21945"/>
                  <a:gd name="connsiteX36" fmla="*/ 15500 w 15500"/>
                  <a:gd name="connsiteY36" fmla="*/ 15724 h 21945"/>
                  <a:gd name="connsiteX37" fmla="*/ 14595 w 15500"/>
                  <a:gd name="connsiteY37" fmla="*/ 19004 h 21945"/>
                  <a:gd name="connsiteX38" fmla="*/ 11880 w 15500"/>
                  <a:gd name="connsiteY38" fmla="*/ 21153 h 21945"/>
                  <a:gd name="connsiteX39" fmla="*/ 7693 w 15500"/>
                  <a:gd name="connsiteY39" fmla="*/ 21945 h 21945"/>
                  <a:gd name="connsiteX40" fmla="*/ 7920 w 15500"/>
                  <a:gd name="connsiteY40" fmla="*/ 21719 h 21945"/>
                  <a:gd name="connsiteX41" fmla="*/ 7806 w 15500"/>
                  <a:gd name="connsiteY41" fmla="*/ 21719 h 21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5500" h="21945">
                    <a:moveTo>
                      <a:pt x="7806" y="21832"/>
                    </a:moveTo>
                    <a:cubicBezTo>
                      <a:pt x="6223" y="21832"/>
                      <a:pt x="4978" y="21606"/>
                      <a:pt x="3847" y="21040"/>
                    </a:cubicBezTo>
                    <a:cubicBezTo>
                      <a:pt x="2715" y="20475"/>
                      <a:pt x="1697" y="19909"/>
                      <a:pt x="1131" y="18891"/>
                    </a:cubicBezTo>
                    <a:cubicBezTo>
                      <a:pt x="566" y="17873"/>
                      <a:pt x="226" y="16742"/>
                      <a:pt x="0" y="15611"/>
                    </a:cubicBezTo>
                    <a:lnTo>
                      <a:pt x="3281" y="15611"/>
                    </a:lnTo>
                    <a:cubicBezTo>
                      <a:pt x="3281" y="16402"/>
                      <a:pt x="3620" y="16968"/>
                      <a:pt x="4073" y="17534"/>
                    </a:cubicBezTo>
                    <a:cubicBezTo>
                      <a:pt x="4526" y="18099"/>
                      <a:pt x="4978" y="18439"/>
                      <a:pt x="5770" y="18665"/>
                    </a:cubicBezTo>
                    <a:cubicBezTo>
                      <a:pt x="6562" y="18891"/>
                      <a:pt x="7128" y="19004"/>
                      <a:pt x="8033" y="19004"/>
                    </a:cubicBezTo>
                    <a:cubicBezTo>
                      <a:pt x="8938" y="19004"/>
                      <a:pt x="9730" y="19004"/>
                      <a:pt x="10296" y="18665"/>
                    </a:cubicBezTo>
                    <a:cubicBezTo>
                      <a:pt x="10861" y="18325"/>
                      <a:pt x="11427" y="17873"/>
                      <a:pt x="11993" y="17534"/>
                    </a:cubicBezTo>
                    <a:cubicBezTo>
                      <a:pt x="12558" y="17194"/>
                      <a:pt x="12558" y="16402"/>
                      <a:pt x="12558" y="15837"/>
                    </a:cubicBezTo>
                    <a:cubicBezTo>
                      <a:pt x="12558" y="15271"/>
                      <a:pt x="12558" y="14706"/>
                      <a:pt x="11993" y="14253"/>
                    </a:cubicBezTo>
                    <a:cubicBezTo>
                      <a:pt x="11427" y="13801"/>
                      <a:pt x="11201" y="13461"/>
                      <a:pt x="10635" y="13348"/>
                    </a:cubicBezTo>
                    <a:cubicBezTo>
                      <a:pt x="10069" y="13235"/>
                      <a:pt x="9277" y="12783"/>
                      <a:pt x="8485" y="12556"/>
                    </a:cubicBezTo>
                    <a:lnTo>
                      <a:pt x="5996" y="11764"/>
                    </a:lnTo>
                    <a:cubicBezTo>
                      <a:pt x="4299" y="11425"/>
                      <a:pt x="2942" y="10633"/>
                      <a:pt x="2036" y="9615"/>
                    </a:cubicBezTo>
                    <a:cubicBezTo>
                      <a:pt x="1131" y="8597"/>
                      <a:pt x="452" y="7466"/>
                      <a:pt x="452" y="6222"/>
                    </a:cubicBezTo>
                    <a:cubicBezTo>
                      <a:pt x="452" y="4977"/>
                      <a:pt x="792" y="3959"/>
                      <a:pt x="1358" y="2941"/>
                    </a:cubicBezTo>
                    <a:cubicBezTo>
                      <a:pt x="1923" y="1923"/>
                      <a:pt x="2942" y="1357"/>
                      <a:pt x="4073" y="792"/>
                    </a:cubicBezTo>
                    <a:cubicBezTo>
                      <a:pt x="5204" y="226"/>
                      <a:pt x="6336" y="0"/>
                      <a:pt x="7920" y="0"/>
                    </a:cubicBezTo>
                    <a:cubicBezTo>
                      <a:pt x="9504" y="0"/>
                      <a:pt x="10635" y="226"/>
                      <a:pt x="11766" y="792"/>
                    </a:cubicBezTo>
                    <a:cubicBezTo>
                      <a:pt x="12898" y="1357"/>
                      <a:pt x="13690" y="1923"/>
                      <a:pt x="14256" y="2941"/>
                    </a:cubicBezTo>
                    <a:cubicBezTo>
                      <a:pt x="14821" y="3959"/>
                      <a:pt x="15161" y="4864"/>
                      <a:pt x="15161" y="5995"/>
                    </a:cubicBezTo>
                    <a:lnTo>
                      <a:pt x="12106" y="5995"/>
                    </a:lnTo>
                    <a:cubicBezTo>
                      <a:pt x="12106" y="5090"/>
                      <a:pt x="11540" y="4299"/>
                      <a:pt x="10748" y="3733"/>
                    </a:cubicBezTo>
                    <a:cubicBezTo>
                      <a:pt x="9956" y="3167"/>
                      <a:pt x="9051" y="2941"/>
                      <a:pt x="7693" y="2941"/>
                    </a:cubicBezTo>
                    <a:cubicBezTo>
                      <a:pt x="6336" y="2941"/>
                      <a:pt x="6109" y="2941"/>
                      <a:pt x="5431" y="3280"/>
                    </a:cubicBezTo>
                    <a:cubicBezTo>
                      <a:pt x="4752" y="3620"/>
                      <a:pt x="4299" y="3846"/>
                      <a:pt x="3847" y="4412"/>
                    </a:cubicBezTo>
                    <a:cubicBezTo>
                      <a:pt x="3394" y="4977"/>
                      <a:pt x="3281" y="5317"/>
                      <a:pt x="3281" y="5995"/>
                    </a:cubicBezTo>
                    <a:cubicBezTo>
                      <a:pt x="3281" y="6674"/>
                      <a:pt x="3507" y="7127"/>
                      <a:pt x="3847" y="7579"/>
                    </a:cubicBezTo>
                    <a:cubicBezTo>
                      <a:pt x="4186" y="8032"/>
                      <a:pt x="4752" y="8371"/>
                      <a:pt x="5431" y="8484"/>
                    </a:cubicBezTo>
                    <a:cubicBezTo>
                      <a:pt x="6109" y="8597"/>
                      <a:pt x="6562" y="8823"/>
                      <a:pt x="7128" y="9050"/>
                    </a:cubicBezTo>
                    <a:lnTo>
                      <a:pt x="9277" y="9615"/>
                    </a:lnTo>
                    <a:cubicBezTo>
                      <a:pt x="9843" y="9615"/>
                      <a:pt x="10635" y="9955"/>
                      <a:pt x="11427" y="10407"/>
                    </a:cubicBezTo>
                    <a:cubicBezTo>
                      <a:pt x="12219" y="10860"/>
                      <a:pt x="12785" y="10973"/>
                      <a:pt x="13350" y="11538"/>
                    </a:cubicBezTo>
                    <a:cubicBezTo>
                      <a:pt x="13916" y="12104"/>
                      <a:pt x="14482" y="12443"/>
                      <a:pt x="14934" y="13235"/>
                    </a:cubicBezTo>
                    <a:cubicBezTo>
                      <a:pt x="15387" y="14027"/>
                      <a:pt x="15500" y="14819"/>
                      <a:pt x="15500" y="15724"/>
                    </a:cubicBezTo>
                    <a:cubicBezTo>
                      <a:pt x="15500" y="16629"/>
                      <a:pt x="15161" y="17986"/>
                      <a:pt x="14595" y="19004"/>
                    </a:cubicBezTo>
                    <a:cubicBezTo>
                      <a:pt x="14029" y="20022"/>
                      <a:pt x="13011" y="20701"/>
                      <a:pt x="11880" y="21153"/>
                    </a:cubicBezTo>
                    <a:cubicBezTo>
                      <a:pt x="10748" y="21606"/>
                      <a:pt x="9390" y="21945"/>
                      <a:pt x="7693" y="21945"/>
                    </a:cubicBezTo>
                    <a:lnTo>
                      <a:pt x="7920" y="21719"/>
                    </a:lnTo>
                    <a:lnTo>
                      <a:pt x="7806" y="21719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F857CD6-176C-2532-4683-F98A693B58F2}"/>
                  </a:ext>
                </a:extLst>
              </p:cNvPr>
              <p:cNvSpPr/>
              <p:nvPr/>
            </p:nvSpPr>
            <p:spPr>
              <a:xfrm>
                <a:off x="1662691" y="6843909"/>
                <a:ext cx="21949" cy="21266"/>
              </a:xfrm>
              <a:custGeom>
                <a:avLst/>
                <a:gdLst>
                  <a:gd name="connsiteX0" fmla="*/ 339 w 21949"/>
                  <a:gd name="connsiteY0" fmla="*/ 21040 h 21266"/>
                  <a:gd name="connsiteX1" fmla="*/ 339 w 21949"/>
                  <a:gd name="connsiteY1" fmla="*/ 0 h 21266"/>
                  <a:gd name="connsiteX2" fmla="*/ 5091 w 21949"/>
                  <a:gd name="connsiteY2" fmla="*/ 0 h 21266"/>
                  <a:gd name="connsiteX3" fmla="*/ 9730 w 21949"/>
                  <a:gd name="connsiteY3" fmla="*/ 11991 h 21266"/>
                  <a:gd name="connsiteX4" fmla="*/ 10069 w 21949"/>
                  <a:gd name="connsiteY4" fmla="*/ 13348 h 21266"/>
                  <a:gd name="connsiteX5" fmla="*/ 10635 w 21949"/>
                  <a:gd name="connsiteY5" fmla="*/ 15045 h 21266"/>
                  <a:gd name="connsiteX6" fmla="*/ 11201 w 21949"/>
                  <a:gd name="connsiteY6" fmla="*/ 16968 h 21266"/>
                  <a:gd name="connsiteX7" fmla="*/ 11540 w 21949"/>
                  <a:gd name="connsiteY7" fmla="*/ 18665 h 21266"/>
                  <a:gd name="connsiteX8" fmla="*/ 10748 w 21949"/>
                  <a:gd name="connsiteY8" fmla="*/ 18665 h 21266"/>
                  <a:gd name="connsiteX9" fmla="*/ 11088 w 21949"/>
                  <a:gd name="connsiteY9" fmla="*/ 16968 h 21266"/>
                  <a:gd name="connsiteX10" fmla="*/ 11653 w 21949"/>
                  <a:gd name="connsiteY10" fmla="*/ 15045 h 21266"/>
                  <a:gd name="connsiteX11" fmla="*/ 12219 w 21949"/>
                  <a:gd name="connsiteY11" fmla="*/ 13348 h 21266"/>
                  <a:gd name="connsiteX12" fmla="*/ 12559 w 21949"/>
                  <a:gd name="connsiteY12" fmla="*/ 11991 h 21266"/>
                  <a:gd name="connsiteX13" fmla="*/ 17197 w 21949"/>
                  <a:gd name="connsiteY13" fmla="*/ 0 h 21266"/>
                  <a:gd name="connsiteX14" fmla="*/ 21949 w 21949"/>
                  <a:gd name="connsiteY14" fmla="*/ 0 h 21266"/>
                  <a:gd name="connsiteX15" fmla="*/ 21949 w 21949"/>
                  <a:gd name="connsiteY15" fmla="*/ 21040 h 21266"/>
                  <a:gd name="connsiteX16" fmla="*/ 18668 w 21949"/>
                  <a:gd name="connsiteY16" fmla="*/ 21040 h 21266"/>
                  <a:gd name="connsiteX17" fmla="*/ 18668 w 21949"/>
                  <a:gd name="connsiteY17" fmla="*/ 2376 h 21266"/>
                  <a:gd name="connsiteX18" fmla="*/ 18894 w 21949"/>
                  <a:gd name="connsiteY18" fmla="*/ 2376 h 21266"/>
                  <a:gd name="connsiteX19" fmla="*/ 18329 w 21949"/>
                  <a:gd name="connsiteY19" fmla="*/ 4525 h 21266"/>
                  <a:gd name="connsiteX20" fmla="*/ 17763 w 21949"/>
                  <a:gd name="connsiteY20" fmla="*/ 6674 h 21266"/>
                  <a:gd name="connsiteX21" fmla="*/ 17197 w 21949"/>
                  <a:gd name="connsiteY21" fmla="*/ 8597 h 21266"/>
                  <a:gd name="connsiteX22" fmla="*/ 16632 w 21949"/>
                  <a:gd name="connsiteY22" fmla="*/ 9955 h 21266"/>
                  <a:gd name="connsiteX23" fmla="*/ 12445 w 21949"/>
                  <a:gd name="connsiteY23" fmla="*/ 21267 h 21266"/>
                  <a:gd name="connsiteX24" fmla="*/ 9730 w 21949"/>
                  <a:gd name="connsiteY24" fmla="*/ 21267 h 21266"/>
                  <a:gd name="connsiteX25" fmla="*/ 5318 w 21949"/>
                  <a:gd name="connsiteY25" fmla="*/ 9955 h 21266"/>
                  <a:gd name="connsiteX26" fmla="*/ 4752 w 21949"/>
                  <a:gd name="connsiteY26" fmla="*/ 8597 h 21266"/>
                  <a:gd name="connsiteX27" fmla="*/ 4186 w 21949"/>
                  <a:gd name="connsiteY27" fmla="*/ 6674 h 21266"/>
                  <a:gd name="connsiteX28" fmla="*/ 3621 w 21949"/>
                  <a:gd name="connsiteY28" fmla="*/ 4525 h 21266"/>
                  <a:gd name="connsiteX29" fmla="*/ 2828 w 21949"/>
                  <a:gd name="connsiteY29" fmla="*/ 2376 h 21266"/>
                  <a:gd name="connsiteX30" fmla="*/ 3055 w 21949"/>
                  <a:gd name="connsiteY30" fmla="*/ 2376 h 21266"/>
                  <a:gd name="connsiteX31" fmla="*/ 3055 w 21949"/>
                  <a:gd name="connsiteY31" fmla="*/ 21040 h 21266"/>
                  <a:gd name="connsiteX32" fmla="*/ 0 w 21949"/>
                  <a:gd name="connsiteY32" fmla="*/ 21040 h 21266"/>
                  <a:gd name="connsiteX33" fmla="*/ 339 w 21949"/>
                  <a:gd name="connsiteY33" fmla="*/ 21040 h 21266"/>
                  <a:gd name="connsiteX34" fmla="*/ 339 w 21949"/>
                  <a:gd name="connsiteY34" fmla="*/ 21040 h 2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1949" h="21266">
                    <a:moveTo>
                      <a:pt x="339" y="21040"/>
                    </a:moveTo>
                    <a:lnTo>
                      <a:pt x="339" y="0"/>
                    </a:lnTo>
                    <a:lnTo>
                      <a:pt x="5091" y="0"/>
                    </a:lnTo>
                    <a:lnTo>
                      <a:pt x="9730" y="11991"/>
                    </a:lnTo>
                    <a:cubicBezTo>
                      <a:pt x="9730" y="12330"/>
                      <a:pt x="9956" y="12783"/>
                      <a:pt x="10069" y="13348"/>
                    </a:cubicBezTo>
                    <a:cubicBezTo>
                      <a:pt x="10183" y="13914"/>
                      <a:pt x="10409" y="14479"/>
                      <a:pt x="10635" y="15045"/>
                    </a:cubicBezTo>
                    <a:cubicBezTo>
                      <a:pt x="10861" y="15611"/>
                      <a:pt x="10975" y="16402"/>
                      <a:pt x="11201" y="16968"/>
                    </a:cubicBezTo>
                    <a:cubicBezTo>
                      <a:pt x="11427" y="17534"/>
                      <a:pt x="11540" y="18099"/>
                      <a:pt x="11540" y="18665"/>
                    </a:cubicBezTo>
                    <a:lnTo>
                      <a:pt x="10748" y="18665"/>
                    </a:lnTo>
                    <a:cubicBezTo>
                      <a:pt x="10748" y="18325"/>
                      <a:pt x="10975" y="17760"/>
                      <a:pt x="11088" y="16968"/>
                    </a:cubicBezTo>
                    <a:cubicBezTo>
                      <a:pt x="11201" y="16176"/>
                      <a:pt x="11427" y="15837"/>
                      <a:pt x="11653" y="15045"/>
                    </a:cubicBezTo>
                    <a:cubicBezTo>
                      <a:pt x="11880" y="14253"/>
                      <a:pt x="11993" y="13914"/>
                      <a:pt x="12219" y="13348"/>
                    </a:cubicBezTo>
                    <a:cubicBezTo>
                      <a:pt x="12445" y="12783"/>
                      <a:pt x="12559" y="12443"/>
                      <a:pt x="12559" y="11991"/>
                    </a:cubicBezTo>
                    <a:lnTo>
                      <a:pt x="17197" y="0"/>
                    </a:lnTo>
                    <a:lnTo>
                      <a:pt x="21949" y="0"/>
                    </a:lnTo>
                    <a:lnTo>
                      <a:pt x="21949" y="21040"/>
                    </a:lnTo>
                    <a:lnTo>
                      <a:pt x="18668" y="21040"/>
                    </a:lnTo>
                    <a:lnTo>
                      <a:pt x="18668" y="2376"/>
                    </a:lnTo>
                    <a:lnTo>
                      <a:pt x="18894" y="2376"/>
                    </a:lnTo>
                    <a:cubicBezTo>
                      <a:pt x="18894" y="3167"/>
                      <a:pt x="18555" y="3733"/>
                      <a:pt x="18329" y="4525"/>
                    </a:cubicBezTo>
                    <a:cubicBezTo>
                      <a:pt x="18102" y="5317"/>
                      <a:pt x="17989" y="5882"/>
                      <a:pt x="17763" y="6674"/>
                    </a:cubicBezTo>
                    <a:cubicBezTo>
                      <a:pt x="17537" y="7466"/>
                      <a:pt x="17423" y="8032"/>
                      <a:pt x="17197" y="8597"/>
                    </a:cubicBezTo>
                    <a:cubicBezTo>
                      <a:pt x="16971" y="9163"/>
                      <a:pt x="16858" y="9502"/>
                      <a:pt x="16632" y="9955"/>
                    </a:cubicBezTo>
                    <a:lnTo>
                      <a:pt x="12445" y="21267"/>
                    </a:lnTo>
                    <a:lnTo>
                      <a:pt x="9730" y="21267"/>
                    </a:lnTo>
                    <a:lnTo>
                      <a:pt x="5318" y="9955"/>
                    </a:lnTo>
                    <a:cubicBezTo>
                      <a:pt x="5318" y="9615"/>
                      <a:pt x="4978" y="9163"/>
                      <a:pt x="4752" y="8597"/>
                    </a:cubicBezTo>
                    <a:cubicBezTo>
                      <a:pt x="4526" y="8032"/>
                      <a:pt x="4412" y="7466"/>
                      <a:pt x="4186" y="6674"/>
                    </a:cubicBezTo>
                    <a:cubicBezTo>
                      <a:pt x="3960" y="5882"/>
                      <a:pt x="3847" y="5317"/>
                      <a:pt x="3621" y="4525"/>
                    </a:cubicBezTo>
                    <a:cubicBezTo>
                      <a:pt x="3394" y="3733"/>
                      <a:pt x="3281" y="2941"/>
                      <a:pt x="2828" y="2376"/>
                    </a:cubicBezTo>
                    <a:lnTo>
                      <a:pt x="3055" y="2376"/>
                    </a:lnTo>
                    <a:lnTo>
                      <a:pt x="3055" y="21040"/>
                    </a:lnTo>
                    <a:lnTo>
                      <a:pt x="0" y="21040"/>
                    </a:lnTo>
                    <a:lnTo>
                      <a:pt x="339" y="21040"/>
                    </a:lnTo>
                    <a:lnTo>
                      <a:pt x="339" y="21040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9996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  <p:sldLayoutId id="2147484118" r:id="rId41"/>
    <p:sldLayoutId id="2147483698" r:id="rId42"/>
    <p:sldLayoutId id="2147483699" r:id="rId43"/>
    <p:sldLayoutId id="2147483700" r:id="rId44"/>
    <p:sldLayoutId id="2147483701" r:id="rId45"/>
    <p:sldLayoutId id="2147484119" r:id="rId46"/>
    <p:sldLayoutId id="2147483719" r:id="rId47"/>
    <p:sldLayoutId id="2147483762" r:id="rId48"/>
    <p:sldLayoutId id="2147483807" r:id="rId49"/>
    <p:sldLayoutId id="2147483850" r:id="rId50"/>
    <p:sldLayoutId id="2147483895" r:id="rId51"/>
    <p:sldLayoutId id="2147483938" r:id="rId52"/>
    <p:sldLayoutId id="2147483983" r:id="rId53"/>
    <p:sldLayoutId id="2147484026" r:id="rId54"/>
    <p:sldLayoutId id="2147484071" r:id="rId5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250" b="0" i="0" kern="1200">
          <a:solidFill>
            <a:schemeClr val="tx1"/>
          </a:solidFill>
          <a:latin typeface="Frank Ruhl Libre" pitchFamily="2" charset="-79"/>
          <a:ea typeface="Frank Ruhl Libre" pitchFamily="2" charset="-79"/>
          <a:cs typeface="Frank Ruhl Libre" pitchFamily="2" charset="-79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92">
          <p15:clr>
            <a:srgbClr val="F26B43"/>
          </p15:clr>
        </p15:guide>
        <p15:guide id="3" pos="7488">
          <p15:clr>
            <a:srgbClr val="F26B43"/>
          </p15:clr>
        </p15:guide>
        <p15:guide id="4" orient="horz" pos="205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396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A369A5DA-B7BA-A2D9-545F-101D6311CE71}"/>
              </a:ext>
            </a:extLst>
          </p:cNvPr>
          <p:cNvSpPr txBox="1">
            <a:spLocks/>
          </p:cNvSpPr>
          <p:nvPr/>
        </p:nvSpPr>
        <p:spPr>
          <a:xfrm>
            <a:off x="1118199" y="4798219"/>
            <a:ext cx="245198" cy="273844"/>
          </a:xfrm>
          <a:prstGeom prst="rect">
            <a:avLst/>
          </a:prstGeom>
        </p:spPr>
        <p:txBody>
          <a:bodyPr lIns="0" rIns="0" anchor="ctr" anchorCtr="0"/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033526-7EAE-0240-A355-398D6C24AC1D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rPr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Segoe UI Semilight" panose="020B0402040204020203" pitchFamily="34" charset="0"/>
              <a:ea typeface="+mn-ea"/>
              <a:cs typeface="Segoe UI Semilight" panose="020B0402040204020203" pitchFamily="34" charset="0"/>
            </a:endParaRPr>
          </a:p>
        </p:txBody>
      </p:sp>
      <p:sp>
        <p:nvSpPr>
          <p:cNvPr id="3" name="Google Shape;24;p11">
            <a:extLst>
              <a:ext uri="{FF2B5EF4-FFF2-40B4-BE49-F238E27FC236}">
                <a16:creationId xmlns:a16="http://schemas.microsoft.com/office/drawing/2014/main" id="{836C2C68-2CA9-E933-B9A0-C67EE218DCF3}"/>
              </a:ext>
            </a:extLst>
          </p:cNvPr>
          <p:cNvSpPr txBox="1"/>
          <p:nvPr/>
        </p:nvSpPr>
        <p:spPr>
          <a:xfrm>
            <a:off x="1439875" y="4888975"/>
            <a:ext cx="2457944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000000"/>
              </a:buClr>
              <a:buSzPts val="933"/>
              <a:buFont typeface="Proxima Nova"/>
              <a:buNone/>
              <a:defRPr/>
            </a:pP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© 2025 Pager, Inc. All rights reserved. </a:t>
            </a:r>
            <a:r>
              <a:rPr lang="en-US" sz="600" b="0" i="0">
                <a:solidFill>
                  <a:schemeClr val="bg1">
                    <a:lumMod val="50000"/>
                  </a:schemeClr>
                </a:solidFill>
                <a:latin typeface="Segoe UI Semilight" panose="020B0402040204020203" pitchFamily="34" charset="0"/>
                <a:ea typeface="Proxima Nova Rg"/>
                <a:cs typeface="Segoe UI Semilight" panose="020B0402040204020203" pitchFamily="34" charset="0"/>
                <a:sym typeface="Proxima Nova"/>
              </a:rPr>
              <a:t>Confidential and proprietary.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6116A7E-1CCB-A65D-5741-B2EBE3C10545}"/>
              </a:ext>
            </a:extLst>
          </p:cNvPr>
          <p:cNvGrpSpPr>
            <a:grpSpLocks noChangeAspect="1"/>
          </p:cNvGrpSpPr>
          <p:nvPr/>
        </p:nvGrpSpPr>
        <p:grpSpPr>
          <a:xfrm>
            <a:off x="229335" y="4877068"/>
            <a:ext cx="847753" cy="144018"/>
            <a:chOff x="552456" y="6831805"/>
            <a:chExt cx="1147961" cy="195018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1F51812-6B3C-66F9-2DBF-5AE858A40616}"/>
                </a:ext>
              </a:extLst>
            </p:cNvPr>
            <p:cNvSpPr/>
            <p:nvPr/>
          </p:nvSpPr>
          <p:spPr>
            <a:xfrm>
              <a:off x="1568333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A345CCC-3333-2C65-31D6-EBB31F2DAAC7}"/>
                </a:ext>
              </a:extLst>
            </p:cNvPr>
            <p:cNvSpPr/>
            <p:nvPr/>
          </p:nvSpPr>
          <p:spPr>
            <a:xfrm>
              <a:off x="1511198" y="6850923"/>
              <a:ext cx="42540" cy="103730"/>
            </a:xfrm>
            <a:custGeom>
              <a:avLst/>
              <a:gdLst>
                <a:gd name="connsiteX0" fmla="*/ 28964 w 42540"/>
                <a:gd name="connsiteY0" fmla="*/ 103731 h 103730"/>
                <a:gd name="connsiteX1" fmla="*/ 13237 w 42540"/>
                <a:gd name="connsiteY1" fmla="*/ 86311 h 103730"/>
                <a:gd name="connsiteX2" fmla="*/ 13237 w 42540"/>
                <a:gd name="connsiteY2" fmla="*/ 29411 h 103730"/>
                <a:gd name="connsiteX3" fmla="*/ 0 w 42540"/>
                <a:gd name="connsiteY3" fmla="*/ 29411 h 103730"/>
                <a:gd name="connsiteX4" fmla="*/ 0 w 42540"/>
                <a:gd name="connsiteY4" fmla="*/ 21832 h 103730"/>
                <a:gd name="connsiteX5" fmla="*/ 13237 w 42540"/>
                <a:gd name="connsiteY5" fmla="*/ 21832 h 103730"/>
                <a:gd name="connsiteX6" fmla="*/ 13237 w 42540"/>
                <a:gd name="connsiteY6" fmla="*/ 0 h 103730"/>
                <a:gd name="connsiteX7" fmla="*/ 22062 w 42540"/>
                <a:gd name="connsiteY7" fmla="*/ 0 h 103730"/>
                <a:gd name="connsiteX8" fmla="*/ 22062 w 42540"/>
                <a:gd name="connsiteY8" fmla="*/ 21832 h 103730"/>
                <a:gd name="connsiteX9" fmla="*/ 38241 w 42540"/>
                <a:gd name="connsiteY9" fmla="*/ 21832 h 103730"/>
                <a:gd name="connsiteX10" fmla="*/ 38241 w 42540"/>
                <a:gd name="connsiteY10" fmla="*/ 29411 h 103730"/>
                <a:gd name="connsiteX11" fmla="*/ 22062 w 42540"/>
                <a:gd name="connsiteY11" fmla="*/ 29411 h 103730"/>
                <a:gd name="connsiteX12" fmla="*/ 22062 w 42540"/>
                <a:gd name="connsiteY12" fmla="*/ 84953 h 103730"/>
                <a:gd name="connsiteX13" fmla="*/ 30321 w 42540"/>
                <a:gd name="connsiteY13" fmla="*/ 95926 h 103730"/>
                <a:gd name="connsiteX14" fmla="*/ 39259 w 42540"/>
                <a:gd name="connsiteY14" fmla="*/ 92080 h 103730"/>
                <a:gd name="connsiteX15" fmla="*/ 42540 w 42540"/>
                <a:gd name="connsiteY15" fmla="*/ 98641 h 103730"/>
                <a:gd name="connsiteX16" fmla="*/ 28964 w 42540"/>
                <a:gd name="connsiteY16" fmla="*/ 103618 h 103730"/>
                <a:gd name="connsiteX17" fmla="*/ 28964 w 42540"/>
                <a:gd name="connsiteY17" fmla="*/ 103618 h 10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540" h="103730">
                  <a:moveTo>
                    <a:pt x="28964" y="103731"/>
                  </a:moveTo>
                  <a:cubicBezTo>
                    <a:pt x="18329" y="103731"/>
                    <a:pt x="13237" y="97283"/>
                    <a:pt x="13237" y="86311"/>
                  </a:cubicBezTo>
                  <a:lnTo>
                    <a:pt x="13237" y="29411"/>
                  </a:lnTo>
                  <a:lnTo>
                    <a:pt x="0" y="29411"/>
                  </a:lnTo>
                  <a:lnTo>
                    <a:pt x="0" y="21832"/>
                  </a:lnTo>
                  <a:lnTo>
                    <a:pt x="13237" y="21832"/>
                  </a:lnTo>
                  <a:lnTo>
                    <a:pt x="13237" y="0"/>
                  </a:lnTo>
                  <a:lnTo>
                    <a:pt x="22062" y="0"/>
                  </a:lnTo>
                  <a:lnTo>
                    <a:pt x="22062" y="21832"/>
                  </a:lnTo>
                  <a:lnTo>
                    <a:pt x="38241" y="21832"/>
                  </a:lnTo>
                  <a:lnTo>
                    <a:pt x="38241" y="29411"/>
                  </a:lnTo>
                  <a:lnTo>
                    <a:pt x="22062" y="29411"/>
                  </a:lnTo>
                  <a:lnTo>
                    <a:pt x="22062" y="84953"/>
                  </a:lnTo>
                  <a:cubicBezTo>
                    <a:pt x="22062" y="91401"/>
                    <a:pt x="24664" y="95926"/>
                    <a:pt x="30321" y="95926"/>
                  </a:cubicBezTo>
                  <a:cubicBezTo>
                    <a:pt x="35978" y="95926"/>
                    <a:pt x="37449" y="94116"/>
                    <a:pt x="39259" y="92080"/>
                  </a:cubicBezTo>
                  <a:lnTo>
                    <a:pt x="42540" y="98641"/>
                  </a:lnTo>
                  <a:cubicBezTo>
                    <a:pt x="39372" y="101582"/>
                    <a:pt x="35639" y="103618"/>
                    <a:pt x="28964" y="103618"/>
                  </a:cubicBezTo>
                  <a:lnTo>
                    <a:pt x="28964" y="10361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F603E26-DA5F-EF5E-6FC8-0E24D6D49157}"/>
                </a:ext>
              </a:extLst>
            </p:cNvPr>
            <p:cNvSpPr/>
            <p:nvPr/>
          </p:nvSpPr>
          <p:spPr>
            <a:xfrm>
              <a:off x="1487325" y="6842326"/>
              <a:ext cx="8598" cy="110405"/>
            </a:xfrm>
            <a:custGeom>
              <a:avLst/>
              <a:gdLst>
                <a:gd name="connsiteX0" fmla="*/ 0 w 8598"/>
                <a:gd name="connsiteY0" fmla="*/ 0 h 110405"/>
                <a:gd name="connsiteX1" fmla="*/ 8599 w 8598"/>
                <a:gd name="connsiteY1" fmla="*/ 0 h 110405"/>
                <a:gd name="connsiteX2" fmla="*/ 8599 w 8598"/>
                <a:gd name="connsiteY2" fmla="*/ 110405 h 110405"/>
                <a:gd name="connsiteX3" fmla="*/ 0 w 8598"/>
                <a:gd name="connsiteY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98" h="110405">
                  <a:moveTo>
                    <a:pt x="0" y="0"/>
                  </a:moveTo>
                  <a:lnTo>
                    <a:pt x="8599" y="0"/>
                  </a:lnTo>
                  <a:lnTo>
                    <a:pt x="8599" y="110405"/>
                  </a:lnTo>
                  <a:lnTo>
                    <a:pt x="0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72042C8-8D04-DFCE-23CB-B6F9C10382BF}"/>
                </a:ext>
              </a:extLst>
            </p:cNvPr>
            <p:cNvSpPr/>
            <p:nvPr/>
          </p:nvSpPr>
          <p:spPr>
            <a:xfrm>
              <a:off x="1396814" y="6871058"/>
              <a:ext cx="63697" cy="83708"/>
            </a:xfrm>
            <a:custGeom>
              <a:avLst/>
              <a:gdLst>
                <a:gd name="connsiteX0" fmla="*/ 30887 w 63697"/>
                <a:gd name="connsiteY0" fmla="*/ 76808 h 83708"/>
                <a:gd name="connsiteX1" fmla="*/ 55099 w 63697"/>
                <a:gd name="connsiteY1" fmla="*/ 65836 h 83708"/>
                <a:gd name="connsiteX2" fmla="*/ 55099 w 63697"/>
                <a:gd name="connsiteY2" fmla="*/ 48302 h 83708"/>
                <a:gd name="connsiteX3" fmla="*/ 30887 w 63697"/>
                <a:gd name="connsiteY3" fmla="*/ 37216 h 83708"/>
                <a:gd name="connsiteX4" fmla="*/ 9051 w 63697"/>
                <a:gd name="connsiteY4" fmla="*/ 57126 h 83708"/>
                <a:gd name="connsiteX5" fmla="*/ 30887 w 63697"/>
                <a:gd name="connsiteY5" fmla="*/ 76808 h 83708"/>
                <a:gd name="connsiteX6" fmla="*/ 30887 w 63697"/>
                <a:gd name="connsiteY6" fmla="*/ 76808 h 83708"/>
                <a:gd name="connsiteX7" fmla="*/ 63697 w 63697"/>
                <a:gd name="connsiteY7" fmla="*/ 81673 h 83708"/>
                <a:gd name="connsiteX8" fmla="*/ 55099 w 63697"/>
                <a:gd name="connsiteY8" fmla="*/ 81673 h 83708"/>
                <a:gd name="connsiteX9" fmla="*/ 55099 w 63697"/>
                <a:gd name="connsiteY9" fmla="*/ 72284 h 83708"/>
                <a:gd name="connsiteX10" fmla="*/ 27945 w 63697"/>
                <a:gd name="connsiteY10" fmla="*/ 83709 h 83708"/>
                <a:gd name="connsiteX11" fmla="*/ 0 w 63697"/>
                <a:gd name="connsiteY11" fmla="*/ 57126 h 83708"/>
                <a:gd name="connsiteX12" fmla="*/ 27945 w 63697"/>
                <a:gd name="connsiteY12" fmla="*/ 30656 h 83708"/>
                <a:gd name="connsiteX13" fmla="*/ 55099 w 63697"/>
                <a:gd name="connsiteY13" fmla="*/ 42081 h 83708"/>
                <a:gd name="connsiteX14" fmla="*/ 55099 w 63697"/>
                <a:gd name="connsiteY14" fmla="*/ 25904 h 83708"/>
                <a:gd name="connsiteX15" fmla="*/ 33715 w 63697"/>
                <a:gd name="connsiteY15" fmla="*/ 7579 h 83708"/>
                <a:gd name="connsiteX16" fmla="*/ 8599 w 63697"/>
                <a:gd name="connsiteY16" fmla="*/ 19344 h 83708"/>
                <a:gd name="connsiteX17" fmla="*/ 3847 w 63697"/>
                <a:gd name="connsiteY17" fmla="*/ 13348 h 83708"/>
                <a:gd name="connsiteX18" fmla="*/ 34621 w 63697"/>
                <a:gd name="connsiteY18" fmla="*/ 0 h 83708"/>
                <a:gd name="connsiteX19" fmla="*/ 63697 w 63697"/>
                <a:gd name="connsiteY19" fmla="*/ 25678 h 83708"/>
                <a:gd name="connsiteX20" fmla="*/ 63697 w 63697"/>
                <a:gd name="connsiteY20" fmla="*/ 81899 h 83708"/>
                <a:gd name="connsiteX21" fmla="*/ 63697 w 63697"/>
                <a:gd name="connsiteY21" fmla="*/ 81899 h 83708"/>
                <a:gd name="connsiteX22" fmla="*/ 63697 w 63697"/>
                <a:gd name="connsiteY22" fmla="*/ 81673 h 83708"/>
                <a:gd name="connsiteX23" fmla="*/ 63697 w 63697"/>
                <a:gd name="connsiteY23" fmla="*/ 81673 h 83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3697" h="83708">
                  <a:moveTo>
                    <a:pt x="30887" y="76808"/>
                  </a:moveTo>
                  <a:cubicBezTo>
                    <a:pt x="40504" y="76808"/>
                    <a:pt x="49442" y="73189"/>
                    <a:pt x="55099" y="65836"/>
                  </a:cubicBezTo>
                  <a:lnTo>
                    <a:pt x="55099" y="48302"/>
                  </a:lnTo>
                  <a:cubicBezTo>
                    <a:pt x="49442" y="40836"/>
                    <a:pt x="40504" y="37216"/>
                    <a:pt x="30887" y="37216"/>
                  </a:cubicBezTo>
                  <a:cubicBezTo>
                    <a:pt x="21270" y="37216"/>
                    <a:pt x="9051" y="45700"/>
                    <a:pt x="9051" y="57126"/>
                  </a:cubicBezTo>
                  <a:cubicBezTo>
                    <a:pt x="9051" y="68551"/>
                    <a:pt x="17876" y="76808"/>
                    <a:pt x="30887" y="76808"/>
                  </a:cubicBezTo>
                  <a:lnTo>
                    <a:pt x="30887" y="76808"/>
                  </a:lnTo>
                  <a:close/>
                  <a:moveTo>
                    <a:pt x="63697" y="81673"/>
                  </a:moveTo>
                  <a:lnTo>
                    <a:pt x="55099" y="81673"/>
                  </a:lnTo>
                  <a:lnTo>
                    <a:pt x="55099" y="72284"/>
                  </a:lnTo>
                  <a:cubicBezTo>
                    <a:pt x="47971" y="80089"/>
                    <a:pt x="39033" y="83709"/>
                    <a:pt x="27945" y="83709"/>
                  </a:cubicBezTo>
                  <a:cubicBezTo>
                    <a:pt x="16858" y="83709"/>
                    <a:pt x="0" y="74320"/>
                    <a:pt x="0" y="57126"/>
                  </a:cubicBezTo>
                  <a:cubicBezTo>
                    <a:pt x="0" y="39931"/>
                    <a:pt x="14029" y="30656"/>
                    <a:pt x="27945" y="30656"/>
                  </a:cubicBezTo>
                  <a:cubicBezTo>
                    <a:pt x="41861" y="30656"/>
                    <a:pt x="48084" y="34275"/>
                    <a:pt x="55099" y="42081"/>
                  </a:cubicBezTo>
                  <a:lnTo>
                    <a:pt x="55099" y="25904"/>
                  </a:lnTo>
                  <a:cubicBezTo>
                    <a:pt x="55099" y="14027"/>
                    <a:pt x="45482" y="7579"/>
                    <a:pt x="33715" y="7579"/>
                  </a:cubicBezTo>
                  <a:cubicBezTo>
                    <a:pt x="21949" y="7579"/>
                    <a:pt x="15839" y="11086"/>
                    <a:pt x="8599" y="19344"/>
                  </a:cubicBezTo>
                  <a:lnTo>
                    <a:pt x="3847" y="13348"/>
                  </a:lnTo>
                  <a:cubicBezTo>
                    <a:pt x="12106" y="4412"/>
                    <a:pt x="21383" y="0"/>
                    <a:pt x="34621" y="0"/>
                  </a:cubicBezTo>
                  <a:cubicBezTo>
                    <a:pt x="47858" y="0"/>
                    <a:pt x="63697" y="7805"/>
                    <a:pt x="63697" y="25678"/>
                  </a:cubicBezTo>
                  <a:lnTo>
                    <a:pt x="63697" y="81899"/>
                  </a:lnTo>
                  <a:lnTo>
                    <a:pt x="63697" y="81899"/>
                  </a:lnTo>
                  <a:lnTo>
                    <a:pt x="63697" y="81673"/>
                  </a:lnTo>
                  <a:lnTo>
                    <a:pt x="63697" y="81673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60289A9-5D97-DC51-1157-4BA3C1B50EA8}"/>
                </a:ext>
              </a:extLst>
            </p:cNvPr>
            <p:cNvSpPr/>
            <p:nvPr/>
          </p:nvSpPr>
          <p:spPr>
            <a:xfrm>
              <a:off x="1302682" y="6870719"/>
              <a:ext cx="76029" cy="83935"/>
            </a:xfrm>
            <a:custGeom>
              <a:avLst/>
              <a:gdLst>
                <a:gd name="connsiteX0" fmla="*/ 67318 w 76029"/>
                <a:gd name="connsiteY0" fmla="*/ 37895 h 83935"/>
                <a:gd name="connsiteX1" fmla="*/ 38241 w 76029"/>
                <a:gd name="connsiteY1" fmla="*/ 7466 h 83935"/>
                <a:gd name="connsiteX2" fmla="*/ 9277 w 76029"/>
                <a:gd name="connsiteY2" fmla="*/ 37895 h 83935"/>
                <a:gd name="connsiteX3" fmla="*/ 67318 w 76029"/>
                <a:gd name="connsiteY3" fmla="*/ 37895 h 83935"/>
                <a:gd name="connsiteX4" fmla="*/ 39938 w 76029"/>
                <a:gd name="connsiteY4" fmla="*/ 83935 h 83935"/>
                <a:gd name="connsiteX5" fmla="*/ 0 w 76029"/>
                <a:gd name="connsiteY5" fmla="*/ 41854 h 83935"/>
                <a:gd name="connsiteX6" fmla="*/ 38354 w 76029"/>
                <a:gd name="connsiteY6" fmla="*/ 0 h 83935"/>
                <a:gd name="connsiteX7" fmla="*/ 76030 w 76029"/>
                <a:gd name="connsiteY7" fmla="*/ 42307 h 83935"/>
                <a:gd name="connsiteX8" fmla="*/ 76030 w 76029"/>
                <a:gd name="connsiteY8" fmla="*/ 44569 h 83935"/>
                <a:gd name="connsiteX9" fmla="*/ 9164 w 76029"/>
                <a:gd name="connsiteY9" fmla="*/ 44569 h 83935"/>
                <a:gd name="connsiteX10" fmla="*/ 40391 w 76029"/>
                <a:gd name="connsiteY10" fmla="*/ 76356 h 83935"/>
                <a:gd name="connsiteX11" fmla="*/ 66526 w 76029"/>
                <a:gd name="connsiteY11" fmla="*/ 65270 h 83935"/>
                <a:gd name="connsiteX12" fmla="*/ 70938 w 76029"/>
                <a:gd name="connsiteY12" fmla="*/ 70926 h 83935"/>
                <a:gd name="connsiteX13" fmla="*/ 39712 w 76029"/>
                <a:gd name="connsiteY13" fmla="*/ 83822 h 83935"/>
                <a:gd name="connsiteX14" fmla="*/ 39938 w 76029"/>
                <a:gd name="connsiteY14" fmla="*/ 83822 h 83935"/>
                <a:gd name="connsiteX15" fmla="*/ 39938 w 76029"/>
                <a:gd name="connsiteY15" fmla="*/ 83822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6029" h="83935">
                  <a:moveTo>
                    <a:pt x="67318" y="37895"/>
                  </a:moveTo>
                  <a:cubicBezTo>
                    <a:pt x="67318" y="24321"/>
                    <a:pt x="58267" y="7466"/>
                    <a:pt x="38241" y="7466"/>
                  </a:cubicBezTo>
                  <a:cubicBezTo>
                    <a:pt x="18215" y="7466"/>
                    <a:pt x="9956" y="23981"/>
                    <a:pt x="9277" y="37895"/>
                  </a:cubicBezTo>
                  <a:lnTo>
                    <a:pt x="67318" y="37895"/>
                  </a:lnTo>
                  <a:close/>
                  <a:moveTo>
                    <a:pt x="39938" y="83935"/>
                  </a:moveTo>
                  <a:cubicBezTo>
                    <a:pt x="16631" y="83935"/>
                    <a:pt x="0" y="66515"/>
                    <a:pt x="0" y="41854"/>
                  </a:cubicBezTo>
                  <a:cubicBezTo>
                    <a:pt x="0" y="17194"/>
                    <a:pt x="16179" y="0"/>
                    <a:pt x="38354" y="0"/>
                  </a:cubicBezTo>
                  <a:cubicBezTo>
                    <a:pt x="60530" y="0"/>
                    <a:pt x="76030" y="19230"/>
                    <a:pt x="76030" y="42307"/>
                  </a:cubicBezTo>
                  <a:lnTo>
                    <a:pt x="76030" y="44569"/>
                  </a:lnTo>
                  <a:lnTo>
                    <a:pt x="9164" y="44569"/>
                  </a:lnTo>
                  <a:cubicBezTo>
                    <a:pt x="9956" y="61990"/>
                    <a:pt x="21610" y="76356"/>
                    <a:pt x="40391" y="76356"/>
                  </a:cubicBezTo>
                  <a:cubicBezTo>
                    <a:pt x="59172" y="76356"/>
                    <a:pt x="59738" y="72510"/>
                    <a:pt x="66526" y="65270"/>
                  </a:cubicBezTo>
                  <a:lnTo>
                    <a:pt x="70938" y="70926"/>
                  </a:lnTo>
                  <a:cubicBezTo>
                    <a:pt x="63019" y="79184"/>
                    <a:pt x="52949" y="83822"/>
                    <a:pt x="39712" y="83822"/>
                  </a:cubicBezTo>
                  <a:lnTo>
                    <a:pt x="39938" y="83822"/>
                  </a:lnTo>
                  <a:lnTo>
                    <a:pt x="39938" y="8382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6126F4A-E9EE-609C-A689-D617331F0261}"/>
                </a:ext>
              </a:extLst>
            </p:cNvPr>
            <p:cNvSpPr/>
            <p:nvPr/>
          </p:nvSpPr>
          <p:spPr>
            <a:xfrm>
              <a:off x="1217828" y="6842326"/>
              <a:ext cx="62565" cy="110405"/>
            </a:xfrm>
            <a:custGeom>
              <a:avLst/>
              <a:gdLst>
                <a:gd name="connsiteX0" fmla="*/ 62566 w 62565"/>
                <a:gd name="connsiteY0" fmla="*/ 110405 h 110405"/>
                <a:gd name="connsiteX1" fmla="*/ 53967 w 62565"/>
                <a:gd name="connsiteY1" fmla="*/ 110405 h 110405"/>
                <a:gd name="connsiteX2" fmla="*/ 53967 w 62565"/>
                <a:gd name="connsiteY2" fmla="*/ 55994 h 110405"/>
                <a:gd name="connsiteX3" fmla="*/ 34621 w 62565"/>
                <a:gd name="connsiteY3" fmla="*/ 36312 h 110405"/>
                <a:gd name="connsiteX4" fmla="*/ 8599 w 62565"/>
                <a:gd name="connsiteY4" fmla="*/ 49999 h 110405"/>
                <a:gd name="connsiteX5" fmla="*/ 8599 w 62565"/>
                <a:gd name="connsiteY5" fmla="*/ 110405 h 110405"/>
                <a:gd name="connsiteX6" fmla="*/ 0 w 62565"/>
                <a:gd name="connsiteY6" fmla="*/ 110405 h 110405"/>
                <a:gd name="connsiteX7" fmla="*/ 0 w 62565"/>
                <a:gd name="connsiteY7" fmla="*/ 0 h 110405"/>
                <a:gd name="connsiteX8" fmla="*/ 8599 w 62565"/>
                <a:gd name="connsiteY8" fmla="*/ 0 h 110405"/>
                <a:gd name="connsiteX9" fmla="*/ 8599 w 62565"/>
                <a:gd name="connsiteY9" fmla="*/ 42533 h 110405"/>
                <a:gd name="connsiteX10" fmla="*/ 37449 w 62565"/>
                <a:gd name="connsiteY10" fmla="*/ 28506 h 110405"/>
                <a:gd name="connsiteX11" fmla="*/ 62566 w 62565"/>
                <a:gd name="connsiteY11" fmla="*/ 54184 h 110405"/>
                <a:gd name="connsiteX12" fmla="*/ 62566 w 62565"/>
                <a:gd name="connsiteY12" fmla="*/ 110405 h 110405"/>
                <a:gd name="connsiteX13" fmla="*/ 62566 w 62565"/>
                <a:gd name="connsiteY13" fmla="*/ 110405 h 11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2565" h="110405">
                  <a:moveTo>
                    <a:pt x="62566" y="110405"/>
                  </a:moveTo>
                  <a:lnTo>
                    <a:pt x="53967" y="110405"/>
                  </a:lnTo>
                  <a:lnTo>
                    <a:pt x="53967" y="55994"/>
                  </a:lnTo>
                  <a:cubicBezTo>
                    <a:pt x="53967" y="40610"/>
                    <a:pt x="46161" y="36312"/>
                    <a:pt x="34621" y="36312"/>
                  </a:cubicBezTo>
                  <a:cubicBezTo>
                    <a:pt x="23080" y="36312"/>
                    <a:pt x="13803" y="42759"/>
                    <a:pt x="8599" y="49999"/>
                  </a:cubicBezTo>
                  <a:lnTo>
                    <a:pt x="8599" y="110405"/>
                  </a:lnTo>
                  <a:lnTo>
                    <a:pt x="0" y="110405"/>
                  </a:lnTo>
                  <a:lnTo>
                    <a:pt x="0" y="0"/>
                  </a:lnTo>
                  <a:lnTo>
                    <a:pt x="8599" y="0"/>
                  </a:lnTo>
                  <a:lnTo>
                    <a:pt x="8599" y="42533"/>
                  </a:lnTo>
                  <a:cubicBezTo>
                    <a:pt x="14369" y="35633"/>
                    <a:pt x="25796" y="28506"/>
                    <a:pt x="37449" y="28506"/>
                  </a:cubicBezTo>
                  <a:cubicBezTo>
                    <a:pt x="49102" y="28506"/>
                    <a:pt x="62566" y="36085"/>
                    <a:pt x="62566" y="54184"/>
                  </a:cubicBezTo>
                  <a:lnTo>
                    <a:pt x="62566" y="110405"/>
                  </a:lnTo>
                  <a:lnTo>
                    <a:pt x="62566" y="11040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8906B25-4619-ED60-7F47-D328AAB02D2C}"/>
                </a:ext>
              </a:extLst>
            </p:cNvPr>
            <p:cNvSpPr/>
            <p:nvPr/>
          </p:nvSpPr>
          <p:spPr>
            <a:xfrm>
              <a:off x="1144400" y="6870719"/>
              <a:ext cx="43445" cy="82011"/>
            </a:xfrm>
            <a:custGeom>
              <a:avLst/>
              <a:gdLst>
                <a:gd name="connsiteX0" fmla="*/ 17423 w 43445"/>
                <a:gd name="connsiteY0" fmla="*/ 82012 h 82011"/>
                <a:gd name="connsiteX1" fmla="*/ 0 w 43445"/>
                <a:gd name="connsiteY1" fmla="*/ 82012 h 82011"/>
                <a:gd name="connsiteX2" fmla="*/ 0 w 43445"/>
                <a:gd name="connsiteY2" fmla="*/ 2036 h 82011"/>
                <a:gd name="connsiteX3" fmla="*/ 17423 w 43445"/>
                <a:gd name="connsiteY3" fmla="*/ 2036 h 82011"/>
                <a:gd name="connsiteX4" fmla="*/ 17423 w 43445"/>
                <a:gd name="connsiteY4" fmla="*/ 13574 h 82011"/>
                <a:gd name="connsiteX5" fmla="*/ 43446 w 43445"/>
                <a:gd name="connsiteY5" fmla="*/ 0 h 82011"/>
                <a:gd name="connsiteX6" fmla="*/ 43446 w 43445"/>
                <a:gd name="connsiteY6" fmla="*/ 17194 h 82011"/>
                <a:gd name="connsiteX7" fmla="*/ 38128 w 43445"/>
                <a:gd name="connsiteY7" fmla="*/ 16742 h 82011"/>
                <a:gd name="connsiteX8" fmla="*/ 17423 w 43445"/>
                <a:gd name="connsiteY8" fmla="*/ 27488 h 82011"/>
                <a:gd name="connsiteX9" fmla="*/ 17423 w 43445"/>
                <a:gd name="connsiteY9" fmla="*/ 81899 h 82011"/>
                <a:gd name="connsiteX10" fmla="*/ 17423 w 43445"/>
                <a:gd name="connsiteY10" fmla="*/ 81899 h 82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45" h="82011">
                  <a:moveTo>
                    <a:pt x="17423" y="82012"/>
                  </a:moveTo>
                  <a:lnTo>
                    <a:pt x="0" y="82012"/>
                  </a:lnTo>
                  <a:lnTo>
                    <a:pt x="0" y="2036"/>
                  </a:lnTo>
                  <a:lnTo>
                    <a:pt x="17423" y="2036"/>
                  </a:lnTo>
                  <a:lnTo>
                    <a:pt x="17423" y="13574"/>
                  </a:lnTo>
                  <a:cubicBezTo>
                    <a:pt x="23533" y="5995"/>
                    <a:pt x="33150" y="0"/>
                    <a:pt x="43446" y="0"/>
                  </a:cubicBezTo>
                  <a:lnTo>
                    <a:pt x="43446" y="17194"/>
                  </a:lnTo>
                  <a:cubicBezTo>
                    <a:pt x="41975" y="16855"/>
                    <a:pt x="40278" y="16742"/>
                    <a:pt x="38128" y="16742"/>
                  </a:cubicBezTo>
                  <a:cubicBezTo>
                    <a:pt x="30661" y="16742"/>
                    <a:pt x="20931" y="21719"/>
                    <a:pt x="17423" y="27488"/>
                  </a:cubicBezTo>
                  <a:lnTo>
                    <a:pt x="17423" y="81899"/>
                  </a:lnTo>
                  <a:lnTo>
                    <a:pt x="17423" y="81899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0C0D32F-2F56-A5C8-9223-D1D6086C0F80}"/>
                </a:ext>
              </a:extLst>
            </p:cNvPr>
            <p:cNvSpPr/>
            <p:nvPr/>
          </p:nvSpPr>
          <p:spPr>
            <a:xfrm>
              <a:off x="1047553" y="6870719"/>
              <a:ext cx="79763" cy="83935"/>
            </a:xfrm>
            <a:custGeom>
              <a:avLst/>
              <a:gdLst>
                <a:gd name="connsiteX0" fmla="*/ 63019 w 79763"/>
                <a:gd name="connsiteY0" fmla="*/ 35293 h 83935"/>
                <a:gd name="connsiteX1" fmla="*/ 40391 w 79763"/>
                <a:gd name="connsiteY1" fmla="*/ 14253 h 83935"/>
                <a:gd name="connsiteX2" fmla="*/ 18102 w 79763"/>
                <a:gd name="connsiteY2" fmla="*/ 35293 h 83935"/>
                <a:gd name="connsiteX3" fmla="*/ 63132 w 79763"/>
                <a:gd name="connsiteY3" fmla="*/ 35293 h 83935"/>
                <a:gd name="connsiteX4" fmla="*/ 63132 w 79763"/>
                <a:gd name="connsiteY4" fmla="*/ 35293 h 83935"/>
                <a:gd name="connsiteX5" fmla="*/ 41862 w 79763"/>
                <a:gd name="connsiteY5" fmla="*/ 83935 h 83935"/>
                <a:gd name="connsiteX6" fmla="*/ 0 w 79763"/>
                <a:gd name="connsiteY6" fmla="*/ 41854 h 83935"/>
                <a:gd name="connsiteX7" fmla="*/ 40504 w 79763"/>
                <a:gd name="connsiteY7" fmla="*/ 0 h 83935"/>
                <a:gd name="connsiteX8" fmla="*/ 79763 w 79763"/>
                <a:gd name="connsiteY8" fmla="*/ 43325 h 83935"/>
                <a:gd name="connsiteX9" fmla="*/ 79763 w 79763"/>
                <a:gd name="connsiteY9" fmla="*/ 47624 h 83935"/>
                <a:gd name="connsiteX10" fmla="*/ 18215 w 79763"/>
                <a:gd name="connsiteY10" fmla="*/ 47624 h 83935"/>
                <a:gd name="connsiteX11" fmla="*/ 43559 w 79763"/>
                <a:gd name="connsiteY11" fmla="*/ 69682 h 83935"/>
                <a:gd name="connsiteX12" fmla="*/ 66413 w 79763"/>
                <a:gd name="connsiteY12" fmla="*/ 60745 h 83935"/>
                <a:gd name="connsiteX13" fmla="*/ 74333 w 79763"/>
                <a:gd name="connsiteY13" fmla="*/ 72171 h 83935"/>
                <a:gd name="connsiteX14" fmla="*/ 41862 w 79763"/>
                <a:gd name="connsiteY14" fmla="*/ 83935 h 83935"/>
                <a:gd name="connsiteX15" fmla="*/ 41862 w 79763"/>
                <a:gd name="connsiteY15" fmla="*/ 83935 h 8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79763" h="83935">
                  <a:moveTo>
                    <a:pt x="63019" y="35293"/>
                  </a:moveTo>
                  <a:cubicBezTo>
                    <a:pt x="62566" y="25904"/>
                    <a:pt x="56117" y="14253"/>
                    <a:pt x="40391" y="14253"/>
                  </a:cubicBezTo>
                  <a:cubicBezTo>
                    <a:pt x="24664" y="14253"/>
                    <a:pt x="18668" y="25678"/>
                    <a:pt x="18102" y="35293"/>
                  </a:cubicBezTo>
                  <a:lnTo>
                    <a:pt x="63132" y="35293"/>
                  </a:lnTo>
                  <a:lnTo>
                    <a:pt x="63132" y="35293"/>
                  </a:lnTo>
                  <a:close/>
                  <a:moveTo>
                    <a:pt x="41862" y="83935"/>
                  </a:moveTo>
                  <a:cubicBezTo>
                    <a:pt x="17650" y="83935"/>
                    <a:pt x="0" y="67193"/>
                    <a:pt x="0" y="41854"/>
                  </a:cubicBezTo>
                  <a:cubicBezTo>
                    <a:pt x="0" y="16516"/>
                    <a:pt x="16858" y="0"/>
                    <a:pt x="40504" y="0"/>
                  </a:cubicBezTo>
                  <a:cubicBezTo>
                    <a:pt x="64150" y="0"/>
                    <a:pt x="79763" y="18212"/>
                    <a:pt x="79763" y="43325"/>
                  </a:cubicBezTo>
                  <a:lnTo>
                    <a:pt x="79763" y="47624"/>
                  </a:lnTo>
                  <a:lnTo>
                    <a:pt x="18215" y="47624"/>
                  </a:lnTo>
                  <a:cubicBezTo>
                    <a:pt x="19573" y="59501"/>
                    <a:pt x="28511" y="69682"/>
                    <a:pt x="43559" y="69682"/>
                  </a:cubicBezTo>
                  <a:cubicBezTo>
                    <a:pt x="58606" y="69682"/>
                    <a:pt x="60643" y="66515"/>
                    <a:pt x="66413" y="60745"/>
                  </a:cubicBezTo>
                  <a:lnTo>
                    <a:pt x="74333" y="72171"/>
                  </a:lnTo>
                  <a:cubicBezTo>
                    <a:pt x="66186" y="79750"/>
                    <a:pt x="54420" y="83935"/>
                    <a:pt x="41862" y="83935"/>
                  </a:cubicBezTo>
                  <a:lnTo>
                    <a:pt x="41862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730664-DEA2-442B-033C-FFAA11537C9D}"/>
                </a:ext>
              </a:extLst>
            </p:cNvPr>
            <p:cNvSpPr/>
            <p:nvPr/>
          </p:nvSpPr>
          <p:spPr>
            <a:xfrm>
              <a:off x="951385" y="6870945"/>
              <a:ext cx="78518" cy="114364"/>
            </a:xfrm>
            <a:custGeom>
              <a:avLst/>
              <a:gdLst>
                <a:gd name="connsiteX0" fmla="*/ 40504 w 78518"/>
                <a:gd name="connsiteY0" fmla="*/ 66401 h 114364"/>
                <a:gd name="connsiteX1" fmla="*/ 60982 w 78518"/>
                <a:gd name="connsiteY1" fmla="*/ 55768 h 114364"/>
                <a:gd name="connsiteX2" fmla="*/ 60982 w 78518"/>
                <a:gd name="connsiteY2" fmla="*/ 25791 h 114364"/>
                <a:gd name="connsiteX3" fmla="*/ 40504 w 78518"/>
                <a:gd name="connsiteY3" fmla="*/ 15158 h 114364"/>
                <a:gd name="connsiteX4" fmla="*/ 17876 w 78518"/>
                <a:gd name="connsiteY4" fmla="*/ 40836 h 114364"/>
                <a:gd name="connsiteX5" fmla="*/ 40504 w 78518"/>
                <a:gd name="connsiteY5" fmla="*/ 66288 h 114364"/>
                <a:gd name="connsiteX6" fmla="*/ 40504 w 78518"/>
                <a:gd name="connsiteY6" fmla="*/ 66288 h 114364"/>
                <a:gd name="connsiteX7" fmla="*/ 37449 w 78518"/>
                <a:gd name="connsiteY7" fmla="*/ 114138 h 114364"/>
                <a:gd name="connsiteX8" fmla="*/ 3847 w 78518"/>
                <a:gd name="connsiteY8" fmla="*/ 102260 h 114364"/>
                <a:gd name="connsiteX9" fmla="*/ 11993 w 78518"/>
                <a:gd name="connsiteY9" fmla="*/ 89704 h 114364"/>
                <a:gd name="connsiteX10" fmla="*/ 37449 w 78518"/>
                <a:gd name="connsiteY10" fmla="*/ 99998 h 114364"/>
                <a:gd name="connsiteX11" fmla="*/ 61095 w 78518"/>
                <a:gd name="connsiteY11" fmla="*/ 77713 h 114364"/>
                <a:gd name="connsiteX12" fmla="*/ 61095 w 78518"/>
                <a:gd name="connsiteY12" fmla="*/ 68664 h 114364"/>
                <a:gd name="connsiteX13" fmla="*/ 35413 w 78518"/>
                <a:gd name="connsiteY13" fmla="*/ 82125 h 114364"/>
                <a:gd name="connsiteX14" fmla="*/ 0 w 78518"/>
                <a:gd name="connsiteY14" fmla="*/ 41063 h 114364"/>
                <a:gd name="connsiteX15" fmla="*/ 35413 w 78518"/>
                <a:gd name="connsiteY15" fmla="*/ 0 h 114364"/>
                <a:gd name="connsiteX16" fmla="*/ 61095 w 78518"/>
                <a:gd name="connsiteY16" fmla="*/ 13122 h 114364"/>
                <a:gd name="connsiteX17" fmla="*/ 61095 w 78518"/>
                <a:gd name="connsiteY17" fmla="*/ 2036 h 114364"/>
                <a:gd name="connsiteX18" fmla="*/ 78519 w 78518"/>
                <a:gd name="connsiteY18" fmla="*/ 2036 h 114364"/>
                <a:gd name="connsiteX19" fmla="*/ 78519 w 78518"/>
                <a:gd name="connsiteY19" fmla="*/ 77827 h 114364"/>
                <a:gd name="connsiteX20" fmla="*/ 37449 w 78518"/>
                <a:gd name="connsiteY20" fmla="*/ 114364 h 114364"/>
                <a:gd name="connsiteX21" fmla="*/ 37449 w 78518"/>
                <a:gd name="connsiteY21" fmla="*/ 114364 h 114364"/>
                <a:gd name="connsiteX22" fmla="*/ 37449 w 78518"/>
                <a:gd name="connsiteY22" fmla="*/ 114138 h 114364"/>
                <a:gd name="connsiteX23" fmla="*/ 37449 w 78518"/>
                <a:gd name="connsiteY23" fmla="*/ 114138 h 114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8518" h="114364">
                  <a:moveTo>
                    <a:pt x="40504" y="66401"/>
                  </a:moveTo>
                  <a:cubicBezTo>
                    <a:pt x="48650" y="66401"/>
                    <a:pt x="57022" y="61650"/>
                    <a:pt x="60982" y="55768"/>
                  </a:cubicBezTo>
                  <a:lnTo>
                    <a:pt x="60982" y="25791"/>
                  </a:lnTo>
                  <a:cubicBezTo>
                    <a:pt x="57022" y="20022"/>
                    <a:pt x="48537" y="15158"/>
                    <a:pt x="40504" y="15158"/>
                  </a:cubicBezTo>
                  <a:cubicBezTo>
                    <a:pt x="26588" y="15158"/>
                    <a:pt x="17876" y="25452"/>
                    <a:pt x="17876" y="40836"/>
                  </a:cubicBezTo>
                  <a:cubicBezTo>
                    <a:pt x="17876" y="56221"/>
                    <a:pt x="26701" y="66288"/>
                    <a:pt x="40504" y="66288"/>
                  </a:cubicBezTo>
                  <a:lnTo>
                    <a:pt x="40504" y="66288"/>
                  </a:lnTo>
                  <a:close/>
                  <a:moveTo>
                    <a:pt x="37449" y="114138"/>
                  </a:moveTo>
                  <a:cubicBezTo>
                    <a:pt x="23872" y="114138"/>
                    <a:pt x="13803" y="111197"/>
                    <a:pt x="3847" y="102260"/>
                  </a:cubicBezTo>
                  <a:lnTo>
                    <a:pt x="11993" y="89704"/>
                  </a:lnTo>
                  <a:cubicBezTo>
                    <a:pt x="18668" y="97170"/>
                    <a:pt x="26927" y="99998"/>
                    <a:pt x="37449" y="99998"/>
                  </a:cubicBezTo>
                  <a:cubicBezTo>
                    <a:pt x="47971" y="99998"/>
                    <a:pt x="61095" y="94681"/>
                    <a:pt x="61095" y="77713"/>
                  </a:cubicBezTo>
                  <a:lnTo>
                    <a:pt x="61095" y="68664"/>
                  </a:lnTo>
                  <a:cubicBezTo>
                    <a:pt x="54986" y="76808"/>
                    <a:pt x="45821" y="82125"/>
                    <a:pt x="35413" y="82125"/>
                  </a:cubicBezTo>
                  <a:cubicBezTo>
                    <a:pt x="15048" y="82125"/>
                    <a:pt x="0" y="67419"/>
                    <a:pt x="0" y="41063"/>
                  </a:cubicBezTo>
                  <a:cubicBezTo>
                    <a:pt x="0" y="14706"/>
                    <a:pt x="14708" y="0"/>
                    <a:pt x="35413" y="0"/>
                  </a:cubicBezTo>
                  <a:cubicBezTo>
                    <a:pt x="56117" y="0"/>
                    <a:pt x="54646" y="4412"/>
                    <a:pt x="61095" y="13122"/>
                  </a:cubicBezTo>
                  <a:lnTo>
                    <a:pt x="61095" y="2036"/>
                  </a:lnTo>
                  <a:lnTo>
                    <a:pt x="78519" y="2036"/>
                  </a:lnTo>
                  <a:lnTo>
                    <a:pt x="78519" y="77827"/>
                  </a:lnTo>
                  <a:cubicBezTo>
                    <a:pt x="78519" y="106672"/>
                    <a:pt x="57022" y="114364"/>
                    <a:pt x="37449" y="114364"/>
                  </a:cubicBezTo>
                  <a:lnTo>
                    <a:pt x="37449" y="114364"/>
                  </a:lnTo>
                  <a:lnTo>
                    <a:pt x="37449" y="114138"/>
                  </a:lnTo>
                  <a:lnTo>
                    <a:pt x="37449" y="114138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0349AA7-A530-A87C-65A3-89ABD2E7947E}"/>
                </a:ext>
              </a:extLst>
            </p:cNvPr>
            <p:cNvSpPr/>
            <p:nvPr/>
          </p:nvSpPr>
          <p:spPr>
            <a:xfrm>
              <a:off x="862570" y="6870832"/>
              <a:ext cx="71164" cy="83821"/>
            </a:xfrm>
            <a:custGeom>
              <a:avLst/>
              <a:gdLst>
                <a:gd name="connsiteX0" fmla="*/ 34621 w 71164"/>
                <a:gd name="connsiteY0" fmla="*/ 71944 h 83821"/>
                <a:gd name="connsiteX1" fmla="*/ 53628 w 71164"/>
                <a:gd name="connsiteY1" fmla="*/ 63687 h 83821"/>
                <a:gd name="connsiteX2" fmla="*/ 53628 w 71164"/>
                <a:gd name="connsiteY2" fmla="*/ 51470 h 83821"/>
                <a:gd name="connsiteX3" fmla="*/ 34621 w 71164"/>
                <a:gd name="connsiteY3" fmla="*/ 43212 h 83821"/>
                <a:gd name="connsiteX4" fmla="*/ 17423 w 71164"/>
                <a:gd name="connsiteY4" fmla="*/ 57578 h 83821"/>
                <a:gd name="connsiteX5" fmla="*/ 34621 w 71164"/>
                <a:gd name="connsiteY5" fmla="*/ 71944 h 83821"/>
                <a:gd name="connsiteX6" fmla="*/ 34621 w 71164"/>
                <a:gd name="connsiteY6" fmla="*/ 71944 h 83821"/>
                <a:gd name="connsiteX7" fmla="*/ 71051 w 71164"/>
                <a:gd name="connsiteY7" fmla="*/ 81899 h 83821"/>
                <a:gd name="connsiteX8" fmla="*/ 53628 w 71164"/>
                <a:gd name="connsiteY8" fmla="*/ 81899 h 83821"/>
                <a:gd name="connsiteX9" fmla="*/ 53628 w 71164"/>
                <a:gd name="connsiteY9" fmla="*/ 73075 h 83821"/>
                <a:gd name="connsiteX10" fmla="*/ 27606 w 71164"/>
                <a:gd name="connsiteY10" fmla="*/ 83822 h 83821"/>
                <a:gd name="connsiteX11" fmla="*/ 0 w 71164"/>
                <a:gd name="connsiteY11" fmla="*/ 57352 h 83821"/>
                <a:gd name="connsiteX12" fmla="*/ 27606 w 71164"/>
                <a:gd name="connsiteY12" fmla="*/ 31221 h 83821"/>
                <a:gd name="connsiteX13" fmla="*/ 53628 w 71164"/>
                <a:gd name="connsiteY13" fmla="*/ 41515 h 83821"/>
                <a:gd name="connsiteX14" fmla="*/ 53628 w 71164"/>
                <a:gd name="connsiteY14" fmla="*/ 29637 h 83821"/>
                <a:gd name="connsiteX15" fmla="*/ 34960 w 71164"/>
                <a:gd name="connsiteY15" fmla="*/ 14706 h 83821"/>
                <a:gd name="connsiteX16" fmla="*/ 11314 w 71164"/>
                <a:gd name="connsiteY16" fmla="*/ 25000 h 83821"/>
                <a:gd name="connsiteX17" fmla="*/ 4073 w 71164"/>
                <a:gd name="connsiteY17" fmla="*/ 12896 h 83821"/>
                <a:gd name="connsiteX18" fmla="*/ 37675 w 71164"/>
                <a:gd name="connsiteY18" fmla="*/ 0 h 83821"/>
                <a:gd name="connsiteX19" fmla="*/ 71165 w 71164"/>
                <a:gd name="connsiteY19" fmla="*/ 28846 h 83821"/>
                <a:gd name="connsiteX20" fmla="*/ 71165 w 71164"/>
                <a:gd name="connsiteY20" fmla="*/ 82012 h 83821"/>
                <a:gd name="connsiteX21" fmla="*/ 71165 w 71164"/>
                <a:gd name="connsiteY21" fmla="*/ 82012 h 83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71164" h="83821">
                  <a:moveTo>
                    <a:pt x="34621" y="71944"/>
                  </a:moveTo>
                  <a:cubicBezTo>
                    <a:pt x="42088" y="71944"/>
                    <a:pt x="49555" y="69116"/>
                    <a:pt x="53628" y="63687"/>
                  </a:cubicBezTo>
                  <a:lnTo>
                    <a:pt x="53628" y="51470"/>
                  </a:lnTo>
                  <a:cubicBezTo>
                    <a:pt x="49442" y="46040"/>
                    <a:pt x="42088" y="43212"/>
                    <a:pt x="34621" y="43212"/>
                  </a:cubicBezTo>
                  <a:cubicBezTo>
                    <a:pt x="27153" y="43212"/>
                    <a:pt x="17423" y="48981"/>
                    <a:pt x="17423" y="57578"/>
                  </a:cubicBezTo>
                  <a:cubicBezTo>
                    <a:pt x="17423" y="66175"/>
                    <a:pt x="24891" y="71944"/>
                    <a:pt x="34621" y="71944"/>
                  </a:cubicBezTo>
                  <a:lnTo>
                    <a:pt x="34621" y="71944"/>
                  </a:lnTo>
                  <a:close/>
                  <a:moveTo>
                    <a:pt x="71051" y="81899"/>
                  </a:moveTo>
                  <a:lnTo>
                    <a:pt x="53628" y="81899"/>
                  </a:lnTo>
                  <a:lnTo>
                    <a:pt x="53628" y="73075"/>
                  </a:lnTo>
                  <a:cubicBezTo>
                    <a:pt x="47632" y="79976"/>
                    <a:pt x="38241" y="83822"/>
                    <a:pt x="27606" y="83822"/>
                  </a:cubicBezTo>
                  <a:cubicBezTo>
                    <a:pt x="16971" y="83822"/>
                    <a:pt x="0" y="74885"/>
                    <a:pt x="0" y="57352"/>
                  </a:cubicBezTo>
                  <a:cubicBezTo>
                    <a:pt x="0" y="39818"/>
                    <a:pt x="14595" y="31221"/>
                    <a:pt x="27606" y="31221"/>
                  </a:cubicBezTo>
                  <a:cubicBezTo>
                    <a:pt x="40617" y="31221"/>
                    <a:pt x="47632" y="34728"/>
                    <a:pt x="53628" y="41515"/>
                  </a:cubicBezTo>
                  <a:lnTo>
                    <a:pt x="53628" y="29637"/>
                  </a:lnTo>
                  <a:cubicBezTo>
                    <a:pt x="53628" y="20362"/>
                    <a:pt x="45821" y="14706"/>
                    <a:pt x="34960" y="14706"/>
                  </a:cubicBezTo>
                  <a:cubicBezTo>
                    <a:pt x="24099" y="14706"/>
                    <a:pt x="18102" y="17986"/>
                    <a:pt x="11314" y="25000"/>
                  </a:cubicBezTo>
                  <a:lnTo>
                    <a:pt x="4073" y="12896"/>
                  </a:lnTo>
                  <a:cubicBezTo>
                    <a:pt x="13350" y="3959"/>
                    <a:pt x="24891" y="0"/>
                    <a:pt x="37675" y="0"/>
                  </a:cubicBezTo>
                  <a:cubicBezTo>
                    <a:pt x="50460" y="0"/>
                    <a:pt x="71165" y="7466"/>
                    <a:pt x="71165" y="28846"/>
                  </a:cubicBezTo>
                  <a:lnTo>
                    <a:pt x="71165" y="82012"/>
                  </a:lnTo>
                  <a:lnTo>
                    <a:pt x="71165" y="82012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DFC649C-81EB-2652-C3EB-6F8D58768147}"/>
                </a:ext>
              </a:extLst>
            </p:cNvPr>
            <p:cNvSpPr/>
            <p:nvPr/>
          </p:nvSpPr>
          <p:spPr>
            <a:xfrm>
              <a:off x="771380" y="6870719"/>
              <a:ext cx="78518" cy="112328"/>
            </a:xfrm>
            <a:custGeom>
              <a:avLst/>
              <a:gdLst>
                <a:gd name="connsiteX0" fmla="*/ 38015 w 78518"/>
                <a:gd name="connsiteY0" fmla="*/ 68551 h 112328"/>
                <a:gd name="connsiteX1" fmla="*/ 60643 w 78518"/>
                <a:gd name="connsiteY1" fmla="*/ 41854 h 112328"/>
                <a:gd name="connsiteX2" fmla="*/ 38015 w 78518"/>
                <a:gd name="connsiteY2" fmla="*/ 15384 h 112328"/>
                <a:gd name="connsiteX3" fmla="*/ 17537 w 78518"/>
                <a:gd name="connsiteY3" fmla="*/ 26018 h 112328"/>
                <a:gd name="connsiteX4" fmla="*/ 17537 w 78518"/>
                <a:gd name="connsiteY4" fmla="*/ 57578 h 112328"/>
                <a:gd name="connsiteX5" fmla="*/ 38015 w 78518"/>
                <a:gd name="connsiteY5" fmla="*/ 68551 h 112328"/>
                <a:gd name="connsiteX6" fmla="*/ 43106 w 78518"/>
                <a:gd name="connsiteY6" fmla="*/ 83935 h 112328"/>
                <a:gd name="connsiteX7" fmla="*/ 17423 w 78518"/>
                <a:gd name="connsiteY7" fmla="*/ 70813 h 112328"/>
                <a:gd name="connsiteX8" fmla="*/ 17423 w 78518"/>
                <a:gd name="connsiteY8" fmla="*/ 112328 h 112328"/>
                <a:gd name="connsiteX9" fmla="*/ 0 w 78518"/>
                <a:gd name="connsiteY9" fmla="*/ 112328 h 112328"/>
                <a:gd name="connsiteX10" fmla="*/ 0 w 78518"/>
                <a:gd name="connsiteY10" fmla="*/ 1923 h 112328"/>
                <a:gd name="connsiteX11" fmla="*/ 17423 w 78518"/>
                <a:gd name="connsiteY11" fmla="*/ 1923 h 112328"/>
                <a:gd name="connsiteX12" fmla="*/ 17423 w 78518"/>
                <a:gd name="connsiteY12" fmla="*/ 12896 h 112328"/>
                <a:gd name="connsiteX13" fmla="*/ 43106 w 78518"/>
                <a:gd name="connsiteY13" fmla="*/ 0 h 112328"/>
                <a:gd name="connsiteX14" fmla="*/ 78519 w 78518"/>
                <a:gd name="connsiteY14" fmla="*/ 41854 h 112328"/>
                <a:gd name="connsiteX15" fmla="*/ 43106 w 78518"/>
                <a:gd name="connsiteY15" fmla="*/ 83935 h 112328"/>
                <a:gd name="connsiteX16" fmla="*/ 43106 w 78518"/>
                <a:gd name="connsiteY16" fmla="*/ 83935 h 112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8518" h="112328">
                  <a:moveTo>
                    <a:pt x="38015" y="68551"/>
                  </a:moveTo>
                  <a:cubicBezTo>
                    <a:pt x="51705" y="68551"/>
                    <a:pt x="60643" y="57465"/>
                    <a:pt x="60643" y="41854"/>
                  </a:cubicBezTo>
                  <a:cubicBezTo>
                    <a:pt x="60643" y="26244"/>
                    <a:pt x="51705" y="15384"/>
                    <a:pt x="38015" y="15384"/>
                  </a:cubicBezTo>
                  <a:cubicBezTo>
                    <a:pt x="24325" y="15384"/>
                    <a:pt x="21496" y="20022"/>
                    <a:pt x="17537" y="26018"/>
                  </a:cubicBezTo>
                  <a:lnTo>
                    <a:pt x="17537" y="57578"/>
                  </a:lnTo>
                  <a:cubicBezTo>
                    <a:pt x="21383" y="63573"/>
                    <a:pt x="29982" y="68551"/>
                    <a:pt x="38015" y="68551"/>
                  </a:cubicBezTo>
                  <a:close/>
                  <a:moveTo>
                    <a:pt x="43106" y="83935"/>
                  </a:moveTo>
                  <a:cubicBezTo>
                    <a:pt x="33037" y="83935"/>
                    <a:pt x="24099" y="79297"/>
                    <a:pt x="17423" y="70813"/>
                  </a:cubicBezTo>
                  <a:lnTo>
                    <a:pt x="17423" y="112328"/>
                  </a:lnTo>
                  <a:lnTo>
                    <a:pt x="0" y="112328"/>
                  </a:lnTo>
                  <a:lnTo>
                    <a:pt x="0" y="1923"/>
                  </a:lnTo>
                  <a:lnTo>
                    <a:pt x="17423" y="1923"/>
                  </a:lnTo>
                  <a:lnTo>
                    <a:pt x="17423" y="12896"/>
                  </a:lnTo>
                  <a:cubicBezTo>
                    <a:pt x="23420" y="4977"/>
                    <a:pt x="32697" y="0"/>
                    <a:pt x="43106" y="0"/>
                  </a:cubicBezTo>
                  <a:cubicBezTo>
                    <a:pt x="63811" y="0"/>
                    <a:pt x="78519" y="15611"/>
                    <a:pt x="78519" y="41854"/>
                  </a:cubicBezTo>
                  <a:cubicBezTo>
                    <a:pt x="78519" y="68098"/>
                    <a:pt x="63811" y="83935"/>
                    <a:pt x="43106" y="83935"/>
                  </a:cubicBezTo>
                  <a:lnTo>
                    <a:pt x="43106" y="83935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ED48283-BF2F-8F48-0DB6-CD433ADEEBCC}"/>
                </a:ext>
              </a:extLst>
            </p:cNvPr>
            <p:cNvSpPr/>
            <p:nvPr/>
          </p:nvSpPr>
          <p:spPr>
            <a:xfrm>
              <a:off x="552456" y="6831805"/>
              <a:ext cx="166314" cy="195018"/>
            </a:xfrm>
            <a:custGeom>
              <a:avLst/>
              <a:gdLst>
                <a:gd name="connsiteX0" fmla="*/ 47179 w 166314"/>
                <a:gd name="connsiteY0" fmla="*/ 0 h 195018"/>
                <a:gd name="connsiteX1" fmla="*/ 0 w 166314"/>
                <a:gd name="connsiteY1" fmla="*/ 47058 h 195018"/>
                <a:gd name="connsiteX2" fmla="*/ 0 w 166314"/>
                <a:gd name="connsiteY2" fmla="*/ 119002 h 195018"/>
                <a:gd name="connsiteX3" fmla="*/ 47179 w 166314"/>
                <a:gd name="connsiteY3" fmla="*/ 166060 h 195018"/>
                <a:gd name="connsiteX4" fmla="*/ 63245 w 166314"/>
                <a:gd name="connsiteY4" fmla="*/ 166060 h 195018"/>
                <a:gd name="connsiteX5" fmla="*/ 63358 w 166314"/>
                <a:gd name="connsiteY5" fmla="*/ 166286 h 195018"/>
                <a:gd name="connsiteX6" fmla="*/ 78406 w 166314"/>
                <a:gd name="connsiteY6" fmla="*/ 192304 h 195018"/>
                <a:gd name="connsiteX7" fmla="*/ 87909 w 166314"/>
                <a:gd name="connsiteY7" fmla="*/ 192304 h 195018"/>
                <a:gd name="connsiteX8" fmla="*/ 102957 w 166314"/>
                <a:gd name="connsiteY8" fmla="*/ 166286 h 195018"/>
                <a:gd name="connsiteX9" fmla="*/ 103070 w 166314"/>
                <a:gd name="connsiteY9" fmla="*/ 166060 h 195018"/>
                <a:gd name="connsiteX10" fmla="*/ 119136 w 166314"/>
                <a:gd name="connsiteY10" fmla="*/ 166060 h 195018"/>
                <a:gd name="connsiteX11" fmla="*/ 166315 w 166314"/>
                <a:gd name="connsiteY11" fmla="*/ 119002 h 195018"/>
                <a:gd name="connsiteX12" fmla="*/ 166315 w 166314"/>
                <a:gd name="connsiteY12" fmla="*/ 47058 h 195018"/>
                <a:gd name="connsiteX13" fmla="*/ 119136 w 166314"/>
                <a:gd name="connsiteY13" fmla="*/ 0 h 195018"/>
                <a:gd name="connsiteX14" fmla="*/ 47066 w 166314"/>
                <a:gd name="connsiteY14" fmla="*/ 0 h 195018"/>
                <a:gd name="connsiteX15" fmla="*/ 47179 w 166314"/>
                <a:gd name="connsiteY15" fmla="*/ 0 h 195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6314" h="195018">
                  <a:moveTo>
                    <a:pt x="47179" y="0"/>
                  </a:moveTo>
                  <a:cubicBezTo>
                    <a:pt x="21157" y="0"/>
                    <a:pt x="0" y="21040"/>
                    <a:pt x="0" y="47058"/>
                  </a:cubicBezTo>
                  <a:lnTo>
                    <a:pt x="0" y="119002"/>
                  </a:lnTo>
                  <a:cubicBezTo>
                    <a:pt x="0" y="145020"/>
                    <a:pt x="21157" y="166060"/>
                    <a:pt x="47179" y="166060"/>
                  </a:cubicBezTo>
                  <a:lnTo>
                    <a:pt x="63245" y="166060"/>
                  </a:lnTo>
                  <a:cubicBezTo>
                    <a:pt x="63245" y="166060"/>
                    <a:pt x="63245" y="166286"/>
                    <a:pt x="63358" y="166286"/>
                  </a:cubicBezTo>
                  <a:lnTo>
                    <a:pt x="78406" y="192304"/>
                  </a:lnTo>
                  <a:cubicBezTo>
                    <a:pt x="80555" y="195924"/>
                    <a:pt x="85760" y="195924"/>
                    <a:pt x="87909" y="192304"/>
                  </a:cubicBezTo>
                  <a:lnTo>
                    <a:pt x="102957" y="166286"/>
                  </a:lnTo>
                  <a:cubicBezTo>
                    <a:pt x="102957" y="166286"/>
                    <a:pt x="102957" y="166060"/>
                    <a:pt x="103070" y="166060"/>
                  </a:cubicBezTo>
                  <a:lnTo>
                    <a:pt x="119136" y="166060"/>
                  </a:lnTo>
                  <a:cubicBezTo>
                    <a:pt x="145158" y="166060"/>
                    <a:pt x="166315" y="145020"/>
                    <a:pt x="166315" y="119002"/>
                  </a:cubicBezTo>
                  <a:lnTo>
                    <a:pt x="166315" y="47058"/>
                  </a:lnTo>
                  <a:cubicBezTo>
                    <a:pt x="166315" y="21040"/>
                    <a:pt x="145158" y="0"/>
                    <a:pt x="119136" y="0"/>
                  </a:cubicBezTo>
                  <a:lnTo>
                    <a:pt x="47066" y="0"/>
                  </a:lnTo>
                  <a:lnTo>
                    <a:pt x="47179" y="0"/>
                  </a:lnTo>
                  <a:close/>
                </a:path>
              </a:pathLst>
            </a:custGeom>
            <a:solidFill>
              <a:srgbClr val="360057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0CC3012-4EE0-EE38-B3BA-1C824F5A6E69}"/>
                </a:ext>
              </a:extLst>
            </p:cNvPr>
            <p:cNvSpPr/>
            <p:nvPr/>
          </p:nvSpPr>
          <p:spPr>
            <a:xfrm>
              <a:off x="576356" y="6872670"/>
              <a:ext cx="94577" cy="47340"/>
            </a:xfrm>
            <a:custGeom>
              <a:avLst/>
              <a:gdLst>
                <a:gd name="connsiteX0" fmla="*/ 45567 w 94577"/>
                <a:gd name="connsiteY0" fmla="*/ 17958 h 47340"/>
                <a:gd name="connsiteX1" fmla="*/ 43870 w 94577"/>
                <a:gd name="connsiteY1" fmla="*/ 3478 h 47340"/>
                <a:gd name="connsiteX2" fmla="*/ 27238 w 94577"/>
                <a:gd name="connsiteY2" fmla="*/ 3478 h 47340"/>
                <a:gd name="connsiteX3" fmla="*/ 25315 w 94577"/>
                <a:gd name="connsiteY3" fmla="*/ 17618 h 47340"/>
                <a:gd name="connsiteX4" fmla="*/ 17621 w 94577"/>
                <a:gd name="connsiteY4" fmla="*/ 25311 h 47340"/>
                <a:gd name="connsiteX5" fmla="*/ 3479 w 94577"/>
                <a:gd name="connsiteY5" fmla="*/ 27234 h 47340"/>
                <a:gd name="connsiteX6" fmla="*/ 3479 w 94577"/>
                <a:gd name="connsiteY6" fmla="*/ 43862 h 47340"/>
                <a:gd name="connsiteX7" fmla="*/ 20110 w 94577"/>
                <a:gd name="connsiteY7" fmla="*/ 43862 h 47340"/>
                <a:gd name="connsiteX8" fmla="*/ 22034 w 94577"/>
                <a:gd name="connsiteY8" fmla="*/ 29722 h 47340"/>
                <a:gd name="connsiteX9" fmla="*/ 29727 w 94577"/>
                <a:gd name="connsiteY9" fmla="*/ 22030 h 47340"/>
                <a:gd name="connsiteX10" fmla="*/ 41154 w 94577"/>
                <a:gd name="connsiteY10" fmla="*/ 22143 h 47340"/>
                <a:gd name="connsiteX11" fmla="*/ 48961 w 94577"/>
                <a:gd name="connsiteY11" fmla="*/ 29949 h 47340"/>
                <a:gd name="connsiteX12" fmla="*/ 50998 w 94577"/>
                <a:gd name="connsiteY12" fmla="*/ 43862 h 47340"/>
                <a:gd name="connsiteX13" fmla="*/ 67629 w 94577"/>
                <a:gd name="connsiteY13" fmla="*/ 43862 h 47340"/>
                <a:gd name="connsiteX14" fmla="*/ 69213 w 94577"/>
                <a:gd name="connsiteY14" fmla="*/ 29157 h 47340"/>
                <a:gd name="connsiteX15" fmla="*/ 69552 w 94577"/>
                <a:gd name="connsiteY15" fmla="*/ 29496 h 47340"/>
                <a:gd name="connsiteX16" fmla="*/ 77133 w 94577"/>
                <a:gd name="connsiteY16" fmla="*/ 21917 h 47340"/>
                <a:gd name="connsiteX17" fmla="*/ 91388 w 94577"/>
                <a:gd name="connsiteY17" fmla="*/ 20107 h 47340"/>
                <a:gd name="connsiteX18" fmla="*/ 91388 w 94577"/>
                <a:gd name="connsiteY18" fmla="*/ 3478 h 47340"/>
                <a:gd name="connsiteX19" fmla="*/ 74757 w 94577"/>
                <a:gd name="connsiteY19" fmla="*/ 3478 h 47340"/>
                <a:gd name="connsiteX20" fmla="*/ 72833 w 94577"/>
                <a:gd name="connsiteY20" fmla="*/ 17618 h 47340"/>
                <a:gd name="connsiteX21" fmla="*/ 65253 w 94577"/>
                <a:gd name="connsiteY21" fmla="*/ 25197 h 47340"/>
                <a:gd name="connsiteX22" fmla="*/ 65706 w 94577"/>
                <a:gd name="connsiteY22" fmla="*/ 25650 h 47340"/>
                <a:gd name="connsiteX23" fmla="*/ 53260 w 94577"/>
                <a:gd name="connsiteY23" fmla="*/ 25537 h 47340"/>
                <a:gd name="connsiteX24" fmla="*/ 45680 w 94577"/>
                <a:gd name="connsiteY24" fmla="*/ 17958 h 47340"/>
                <a:gd name="connsiteX25" fmla="*/ 45680 w 94577"/>
                <a:gd name="connsiteY25" fmla="*/ 17958 h 4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4577" h="47340">
                  <a:moveTo>
                    <a:pt x="45567" y="17958"/>
                  </a:moveTo>
                  <a:cubicBezTo>
                    <a:pt x="48282" y="13433"/>
                    <a:pt x="47716" y="7438"/>
                    <a:pt x="43870" y="3478"/>
                  </a:cubicBezTo>
                  <a:cubicBezTo>
                    <a:pt x="39231" y="-1159"/>
                    <a:pt x="31764" y="-1159"/>
                    <a:pt x="27238" y="3478"/>
                  </a:cubicBezTo>
                  <a:cubicBezTo>
                    <a:pt x="23392" y="7325"/>
                    <a:pt x="22713" y="13207"/>
                    <a:pt x="25315" y="17618"/>
                  </a:cubicBezTo>
                  <a:lnTo>
                    <a:pt x="17621" y="25311"/>
                  </a:lnTo>
                  <a:cubicBezTo>
                    <a:pt x="13096" y="22709"/>
                    <a:pt x="7326" y="23388"/>
                    <a:pt x="3479" y="27234"/>
                  </a:cubicBezTo>
                  <a:cubicBezTo>
                    <a:pt x="-1160" y="31872"/>
                    <a:pt x="-1160" y="39337"/>
                    <a:pt x="3479" y="43862"/>
                  </a:cubicBezTo>
                  <a:cubicBezTo>
                    <a:pt x="8118" y="48500"/>
                    <a:pt x="15585" y="48500"/>
                    <a:pt x="20110" y="43862"/>
                  </a:cubicBezTo>
                  <a:cubicBezTo>
                    <a:pt x="23957" y="40016"/>
                    <a:pt x="24636" y="34134"/>
                    <a:pt x="22034" y="29722"/>
                  </a:cubicBezTo>
                  <a:lnTo>
                    <a:pt x="29727" y="22030"/>
                  </a:lnTo>
                  <a:cubicBezTo>
                    <a:pt x="33235" y="24066"/>
                    <a:pt x="37647" y="24066"/>
                    <a:pt x="41154" y="22143"/>
                  </a:cubicBezTo>
                  <a:lnTo>
                    <a:pt x="48961" y="29949"/>
                  </a:lnTo>
                  <a:cubicBezTo>
                    <a:pt x="46585" y="34473"/>
                    <a:pt x="47264" y="40129"/>
                    <a:pt x="50998" y="43862"/>
                  </a:cubicBezTo>
                  <a:cubicBezTo>
                    <a:pt x="54731" y="47595"/>
                    <a:pt x="63103" y="48500"/>
                    <a:pt x="67629" y="43862"/>
                  </a:cubicBezTo>
                  <a:cubicBezTo>
                    <a:pt x="71589" y="39903"/>
                    <a:pt x="72155" y="33795"/>
                    <a:pt x="69213" y="29157"/>
                  </a:cubicBezTo>
                  <a:lnTo>
                    <a:pt x="69552" y="29496"/>
                  </a:lnTo>
                  <a:lnTo>
                    <a:pt x="77133" y="21917"/>
                  </a:lnTo>
                  <a:cubicBezTo>
                    <a:pt x="81658" y="24519"/>
                    <a:pt x="87541" y="23953"/>
                    <a:pt x="91388" y="20107"/>
                  </a:cubicBezTo>
                  <a:cubicBezTo>
                    <a:pt x="95235" y="16261"/>
                    <a:pt x="96027" y="8003"/>
                    <a:pt x="91388" y="3478"/>
                  </a:cubicBezTo>
                  <a:cubicBezTo>
                    <a:pt x="86750" y="-1159"/>
                    <a:pt x="79282" y="-1159"/>
                    <a:pt x="74757" y="3478"/>
                  </a:cubicBezTo>
                  <a:cubicBezTo>
                    <a:pt x="70910" y="7325"/>
                    <a:pt x="70231" y="13094"/>
                    <a:pt x="72833" y="17618"/>
                  </a:cubicBezTo>
                  <a:lnTo>
                    <a:pt x="65253" y="25197"/>
                  </a:lnTo>
                  <a:lnTo>
                    <a:pt x="65706" y="25650"/>
                  </a:lnTo>
                  <a:cubicBezTo>
                    <a:pt x="61972" y="23274"/>
                    <a:pt x="57107" y="23161"/>
                    <a:pt x="53260" y="25537"/>
                  </a:cubicBezTo>
                  <a:lnTo>
                    <a:pt x="45680" y="17958"/>
                  </a:lnTo>
                  <a:lnTo>
                    <a:pt x="45680" y="17958"/>
                  </a:lnTo>
                  <a:close/>
                </a:path>
              </a:pathLst>
            </a:custGeom>
            <a:solidFill>
              <a:srgbClr val="FF7800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D6318F5-CD23-94E6-EBB1-2657AC95E701}"/>
                </a:ext>
              </a:extLst>
            </p:cNvPr>
            <p:cNvSpPr/>
            <p:nvPr/>
          </p:nvSpPr>
          <p:spPr>
            <a:xfrm>
              <a:off x="600002" y="6896425"/>
              <a:ext cx="94867" cy="71095"/>
            </a:xfrm>
            <a:custGeom>
              <a:avLst/>
              <a:gdLst>
                <a:gd name="connsiteX0" fmla="*/ 91388 w 94867"/>
                <a:gd name="connsiteY0" fmla="*/ 3478 h 71095"/>
                <a:gd name="connsiteX1" fmla="*/ 91388 w 94867"/>
                <a:gd name="connsiteY1" fmla="*/ 20107 h 71095"/>
                <a:gd name="connsiteX2" fmla="*/ 77246 w 94867"/>
                <a:gd name="connsiteY2" fmla="*/ 22030 h 71095"/>
                <a:gd name="connsiteX3" fmla="*/ 69552 w 94867"/>
                <a:gd name="connsiteY3" fmla="*/ 29722 h 71095"/>
                <a:gd name="connsiteX4" fmla="*/ 67629 w 94867"/>
                <a:gd name="connsiteY4" fmla="*/ 43862 h 71095"/>
                <a:gd name="connsiteX5" fmla="*/ 53487 w 94867"/>
                <a:gd name="connsiteY5" fmla="*/ 45785 h 71095"/>
                <a:gd name="connsiteX6" fmla="*/ 45793 w 94867"/>
                <a:gd name="connsiteY6" fmla="*/ 53477 h 71095"/>
                <a:gd name="connsiteX7" fmla="*/ 43870 w 94867"/>
                <a:gd name="connsiteY7" fmla="*/ 67617 h 71095"/>
                <a:gd name="connsiteX8" fmla="*/ 27238 w 94867"/>
                <a:gd name="connsiteY8" fmla="*/ 67617 h 71095"/>
                <a:gd name="connsiteX9" fmla="*/ 25315 w 94867"/>
                <a:gd name="connsiteY9" fmla="*/ 53477 h 71095"/>
                <a:gd name="connsiteX10" fmla="*/ 17621 w 94867"/>
                <a:gd name="connsiteY10" fmla="*/ 45785 h 71095"/>
                <a:gd name="connsiteX11" fmla="*/ 3479 w 94867"/>
                <a:gd name="connsiteY11" fmla="*/ 43862 h 71095"/>
                <a:gd name="connsiteX12" fmla="*/ 3479 w 94867"/>
                <a:gd name="connsiteY12" fmla="*/ 27234 h 71095"/>
                <a:gd name="connsiteX13" fmla="*/ 20111 w 94867"/>
                <a:gd name="connsiteY13" fmla="*/ 27234 h 71095"/>
                <a:gd name="connsiteX14" fmla="*/ 22034 w 94867"/>
                <a:gd name="connsiteY14" fmla="*/ 41374 h 71095"/>
                <a:gd name="connsiteX15" fmla="*/ 29727 w 94867"/>
                <a:gd name="connsiteY15" fmla="*/ 49066 h 71095"/>
                <a:gd name="connsiteX16" fmla="*/ 41494 w 94867"/>
                <a:gd name="connsiteY16" fmla="*/ 49066 h 71095"/>
                <a:gd name="connsiteX17" fmla="*/ 49187 w 94867"/>
                <a:gd name="connsiteY17" fmla="*/ 41374 h 71095"/>
                <a:gd name="connsiteX18" fmla="*/ 51111 w 94867"/>
                <a:gd name="connsiteY18" fmla="*/ 27234 h 71095"/>
                <a:gd name="connsiteX19" fmla="*/ 65253 w 94867"/>
                <a:gd name="connsiteY19" fmla="*/ 25311 h 71095"/>
                <a:gd name="connsiteX20" fmla="*/ 72947 w 94867"/>
                <a:gd name="connsiteY20" fmla="*/ 17618 h 71095"/>
                <a:gd name="connsiteX21" fmla="*/ 74870 w 94867"/>
                <a:gd name="connsiteY21" fmla="*/ 3478 h 71095"/>
                <a:gd name="connsiteX22" fmla="*/ 91501 w 94867"/>
                <a:gd name="connsiteY22" fmla="*/ 3478 h 71095"/>
                <a:gd name="connsiteX23" fmla="*/ 91388 w 94867"/>
                <a:gd name="connsiteY23" fmla="*/ 3478 h 71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4867" h="71095">
                  <a:moveTo>
                    <a:pt x="91388" y="3478"/>
                  </a:moveTo>
                  <a:cubicBezTo>
                    <a:pt x="96027" y="8116"/>
                    <a:pt x="96027" y="15582"/>
                    <a:pt x="91388" y="20107"/>
                  </a:cubicBezTo>
                  <a:cubicBezTo>
                    <a:pt x="87541" y="23953"/>
                    <a:pt x="81658" y="24632"/>
                    <a:pt x="77246" y="22030"/>
                  </a:cubicBezTo>
                  <a:lnTo>
                    <a:pt x="69552" y="29722"/>
                  </a:lnTo>
                  <a:cubicBezTo>
                    <a:pt x="72155" y="34247"/>
                    <a:pt x="71476" y="40016"/>
                    <a:pt x="67629" y="43862"/>
                  </a:cubicBezTo>
                  <a:cubicBezTo>
                    <a:pt x="63782" y="47708"/>
                    <a:pt x="57899" y="48387"/>
                    <a:pt x="53487" y="45785"/>
                  </a:cubicBezTo>
                  <a:lnTo>
                    <a:pt x="45793" y="53477"/>
                  </a:lnTo>
                  <a:cubicBezTo>
                    <a:pt x="48395" y="58002"/>
                    <a:pt x="47716" y="63771"/>
                    <a:pt x="43870" y="67617"/>
                  </a:cubicBezTo>
                  <a:cubicBezTo>
                    <a:pt x="39231" y="72255"/>
                    <a:pt x="31764" y="72255"/>
                    <a:pt x="27238" y="67617"/>
                  </a:cubicBezTo>
                  <a:cubicBezTo>
                    <a:pt x="23392" y="63771"/>
                    <a:pt x="22713" y="57889"/>
                    <a:pt x="25315" y="53477"/>
                  </a:cubicBezTo>
                  <a:lnTo>
                    <a:pt x="17621" y="45785"/>
                  </a:lnTo>
                  <a:cubicBezTo>
                    <a:pt x="13096" y="48387"/>
                    <a:pt x="7326" y="47708"/>
                    <a:pt x="3479" y="43862"/>
                  </a:cubicBezTo>
                  <a:cubicBezTo>
                    <a:pt x="-1160" y="39224"/>
                    <a:pt x="-1160" y="31758"/>
                    <a:pt x="3479" y="27234"/>
                  </a:cubicBezTo>
                  <a:cubicBezTo>
                    <a:pt x="8118" y="22596"/>
                    <a:pt x="15585" y="22596"/>
                    <a:pt x="20111" y="27234"/>
                  </a:cubicBezTo>
                  <a:cubicBezTo>
                    <a:pt x="23957" y="31080"/>
                    <a:pt x="24636" y="36962"/>
                    <a:pt x="22034" y="41374"/>
                  </a:cubicBezTo>
                  <a:lnTo>
                    <a:pt x="29727" y="49066"/>
                  </a:lnTo>
                  <a:cubicBezTo>
                    <a:pt x="33348" y="47030"/>
                    <a:pt x="37873" y="47030"/>
                    <a:pt x="41494" y="49066"/>
                  </a:cubicBezTo>
                  <a:lnTo>
                    <a:pt x="49187" y="41374"/>
                  </a:lnTo>
                  <a:cubicBezTo>
                    <a:pt x="46585" y="36849"/>
                    <a:pt x="47264" y="31080"/>
                    <a:pt x="51111" y="27234"/>
                  </a:cubicBezTo>
                  <a:cubicBezTo>
                    <a:pt x="54957" y="23388"/>
                    <a:pt x="60841" y="22709"/>
                    <a:pt x="65253" y="25311"/>
                  </a:cubicBezTo>
                  <a:lnTo>
                    <a:pt x="72947" y="17618"/>
                  </a:lnTo>
                  <a:cubicBezTo>
                    <a:pt x="70344" y="13094"/>
                    <a:pt x="71023" y="7325"/>
                    <a:pt x="74870" y="3478"/>
                  </a:cubicBezTo>
                  <a:cubicBezTo>
                    <a:pt x="79509" y="-1159"/>
                    <a:pt x="86976" y="-1159"/>
                    <a:pt x="91501" y="3478"/>
                  </a:cubicBezTo>
                  <a:lnTo>
                    <a:pt x="91388" y="3478"/>
                  </a:lnTo>
                  <a:close/>
                </a:path>
              </a:pathLst>
            </a:custGeom>
            <a:solidFill>
              <a:srgbClr val="FFFFFF"/>
            </a:solidFill>
            <a:ln w="8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grpSp>
          <p:nvGrpSpPr>
            <p:cNvPr id="19" name="Graphic 24">
              <a:extLst>
                <a:ext uri="{FF2B5EF4-FFF2-40B4-BE49-F238E27FC236}">
                  <a16:creationId xmlns:a16="http://schemas.microsoft.com/office/drawing/2014/main" id="{B139B892-00CA-2A80-6013-2DE3C5B73E99}"/>
                </a:ext>
              </a:extLst>
            </p:cNvPr>
            <p:cNvGrpSpPr/>
            <p:nvPr/>
          </p:nvGrpSpPr>
          <p:grpSpPr>
            <a:xfrm>
              <a:off x="1643571" y="6843457"/>
              <a:ext cx="56846" cy="79433"/>
              <a:chOff x="1643571" y="6843457"/>
              <a:chExt cx="56846" cy="79433"/>
            </a:xfrm>
            <a:solidFill>
              <a:srgbClr val="4A106E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79DCCE7B-4303-3EF5-A703-01E4850ED8C2}"/>
                  </a:ext>
                </a:extLst>
              </p:cNvPr>
              <p:cNvSpPr/>
              <p:nvPr/>
            </p:nvSpPr>
            <p:spPr>
              <a:xfrm>
                <a:off x="1643571" y="6843457"/>
                <a:ext cx="15500" cy="21945"/>
              </a:xfrm>
              <a:custGeom>
                <a:avLst/>
                <a:gdLst>
                  <a:gd name="connsiteX0" fmla="*/ 7806 w 15500"/>
                  <a:gd name="connsiteY0" fmla="*/ 21832 h 21945"/>
                  <a:gd name="connsiteX1" fmla="*/ 3847 w 15500"/>
                  <a:gd name="connsiteY1" fmla="*/ 21040 h 21945"/>
                  <a:gd name="connsiteX2" fmla="*/ 1131 w 15500"/>
                  <a:gd name="connsiteY2" fmla="*/ 18891 h 21945"/>
                  <a:gd name="connsiteX3" fmla="*/ 0 w 15500"/>
                  <a:gd name="connsiteY3" fmla="*/ 15611 h 21945"/>
                  <a:gd name="connsiteX4" fmla="*/ 3281 w 15500"/>
                  <a:gd name="connsiteY4" fmla="*/ 15611 h 21945"/>
                  <a:gd name="connsiteX5" fmla="*/ 4073 w 15500"/>
                  <a:gd name="connsiteY5" fmla="*/ 17534 h 21945"/>
                  <a:gd name="connsiteX6" fmla="*/ 5770 w 15500"/>
                  <a:gd name="connsiteY6" fmla="*/ 18665 h 21945"/>
                  <a:gd name="connsiteX7" fmla="*/ 8033 w 15500"/>
                  <a:gd name="connsiteY7" fmla="*/ 19004 h 21945"/>
                  <a:gd name="connsiteX8" fmla="*/ 10296 w 15500"/>
                  <a:gd name="connsiteY8" fmla="*/ 18665 h 21945"/>
                  <a:gd name="connsiteX9" fmla="*/ 11993 w 15500"/>
                  <a:gd name="connsiteY9" fmla="*/ 17534 h 21945"/>
                  <a:gd name="connsiteX10" fmla="*/ 12558 w 15500"/>
                  <a:gd name="connsiteY10" fmla="*/ 15837 h 21945"/>
                  <a:gd name="connsiteX11" fmla="*/ 11993 w 15500"/>
                  <a:gd name="connsiteY11" fmla="*/ 14253 h 21945"/>
                  <a:gd name="connsiteX12" fmla="*/ 10635 w 15500"/>
                  <a:gd name="connsiteY12" fmla="*/ 13348 h 21945"/>
                  <a:gd name="connsiteX13" fmla="*/ 8485 w 15500"/>
                  <a:gd name="connsiteY13" fmla="*/ 12556 h 21945"/>
                  <a:gd name="connsiteX14" fmla="*/ 5996 w 15500"/>
                  <a:gd name="connsiteY14" fmla="*/ 11764 h 21945"/>
                  <a:gd name="connsiteX15" fmla="*/ 2036 w 15500"/>
                  <a:gd name="connsiteY15" fmla="*/ 9615 h 21945"/>
                  <a:gd name="connsiteX16" fmla="*/ 452 w 15500"/>
                  <a:gd name="connsiteY16" fmla="*/ 6222 h 21945"/>
                  <a:gd name="connsiteX17" fmla="*/ 1358 w 15500"/>
                  <a:gd name="connsiteY17" fmla="*/ 2941 h 21945"/>
                  <a:gd name="connsiteX18" fmla="*/ 4073 w 15500"/>
                  <a:gd name="connsiteY18" fmla="*/ 792 h 21945"/>
                  <a:gd name="connsiteX19" fmla="*/ 7920 w 15500"/>
                  <a:gd name="connsiteY19" fmla="*/ 0 h 21945"/>
                  <a:gd name="connsiteX20" fmla="*/ 11766 w 15500"/>
                  <a:gd name="connsiteY20" fmla="*/ 792 h 21945"/>
                  <a:gd name="connsiteX21" fmla="*/ 14256 w 15500"/>
                  <a:gd name="connsiteY21" fmla="*/ 2941 h 21945"/>
                  <a:gd name="connsiteX22" fmla="*/ 15161 w 15500"/>
                  <a:gd name="connsiteY22" fmla="*/ 5995 h 21945"/>
                  <a:gd name="connsiteX23" fmla="*/ 12106 w 15500"/>
                  <a:gd name="connsiteY23" fmla="*/ 5995 h 21945"/>
                  <a:gd name="connsiteX24" fmla="*/ 10748 w 15500"/>
                  <a:gd name="connsiteY24" fmla="*/ 3733 h 21945"/>
                  <a:gd name="connsiteX25" fmla="*/ 7693 w 15500"/>
                  <a:gd name="connsiteY25" fmla="*/ 2941 h 21945"/>
                  <a:gd name="connsiteX26" fmla="*/ 5431 w 15500"/>
                  <a:gd name="connsiteY26" fmla="*/ 3280 h 21945"/>
                  <a:gd name="connsiteX27" fmla="*/ 3847 w 15500"/>
                  <a:gd name="connsiteY27" fmla="*/ 4412 h 21945"/>
                  <a:gd name="connsiteX28" fmla="*/ 3281 w 15500"/>
                  <a:gd name="connsiteY28" fmla="*/ 5995 h 21945"/>
                  <a:gd name="connsiteX29" fmla="*/ 3847 w 15500"/>
                  <a:gd name="connsiteY29" fmla="*/ 7579 h 21945"/>
                  <a:gd name="connsiteX30" fmla="*/ 5431 w 15500"/>
                  <a:gd name="connsiteY30" fmla="*/ 8484 h 21945"/>
                  <a:gd name="connsiteX31" fmla="*/ 7128 w 15500"/>
                  <a:gd name="connsiteY31" fmla="*/ 9050 h 21945"/>
                  <a:gd name="connsiteX32" fmla="*/ 9277 w 15500"/>
                  <a:gd name="connsiteY32" fmla="*/ 9615 h 21945"/>
                  <a:gd name="connsiteX33" fmla="*/ 11427 w 15500"/>
                  <a:gd name="connsiteY33" fmla="*/ 10407 h 21945"/>
                  <a:gd name="connsiteX34" fmla="*/ 13350 w 15500"/>
                  <a:gd name="connsiteY34" fmla="*/ 11538 h 21945"/>
                  <a:gd name="connsiteX35" fmla="*/ 14934 w 15500"/>
                  <a:gd name="connsiteY35" fmla="*/ 13235 h 21945"/>
                  <a:gd name="connsiteX36" fmla="*/ 15500 w 15500"/>
                  <a:gd name="connsiteY36" fmla="*/ 15724 h 21945"/>
                  <a:gd name="connsiteX37" fmla="*/ 14595 w 15500"/>
                  <a:gd name="connsiteY37" fmla="*/ 19004 h 21945"/>
                  <a:gd name="connsiteX38" fmla="*/ 11880 w 15500"/>
                  <a:gd name="connsiteY38" fmla="*/ 21153 h 21945"/>
                  <a:gd name="connsiteX39" fmla="*/ 7693 w 15500"/>
                  <a:gd name="connsiteY39" fmla="*/ 21945 h 21945"/>
                  <a:gd name="connsiteX40" fmla="*/ 7920 w 15500"/>
                  <a:gd name="connsiteY40" fmla="*/ 21719 h 21945"/>
                  <a:gd name="connsiteX41" fmla="*/ 7806 w 15500"/>
                  <a:gd name="connsiteY41" fmla="*/ 21719 h 21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5500" h="21945">
                    <a:moveTo>
                      <a:pt x="7806" y="21832"/>
                    </a:moveTo>
                    <a:cubicBezTo>
                      <a:pt x="6223" y="21832"/>
                      <a:pt x="4978" y="21606"/>
                      <a:pt x="3847" y="21040"/>
                    </a:cubicBezTo>
                    <a:cubicBezTo>
                      <a:pt x="2715" y="20475"/>
                      <a:pt x="1697" y="19909"/>
                      <a:pt x="1131" y="18891"/>
                    </a:cubicBezTo>
                    <a:cubicBezTo>
                      <a:pt x="566" y="17873"/>
                      <a:pt x="226" y="16742"/>
                      <a:pt x="0" y="15611"/>
                    </a:cubicBezTo>
                    <a:lnTo>
                      <a:pt x="3281" y="15611"/>
                    </a:lnTo>
                    <a:cubicBezTo>
                      <a:pt x="3281" y="16402"/>
                      <a:pt x="3620" y="16968"/>
                      <a:pt x="4073" y="17534"/>
                    </a:cubicBezTo>
                    <a:cubicBezTo>
                      <a:pt x="4526" y="18099"/>
                      <a:pt x="4978" y="18439"/>
                      <a:pt x="5770" y="18665"/>
                    </a:cubicBezTo>
                    <a:cubicBezTo>
                      <a:pt x="6562" y="18891"/>
                      <a:pt x="7128" y="19004"/>
                      <a:pt x="8033" y="19004"/>
                    </a:cubicBezTo>
                    <a:cubicBezTo>
                      <a:pt x="8938" y="19004"/>
                      <a:pt x="9730" y="19004"/>
                      <a:pt x="10296" y="18665"/>
                    </a:cubicBezTo>
                    <a:cubicBezTo>
                      <a:pt x="10861" y="18325"/>
                      <a:pt x="11427" y="17873"/>
                      <a:pt x="11993" y="17534"/>
                    </a:cubicBezTo>
                    <a:cubicBezTo>
                      <a:pt x="12558" y="17194"/>
                      <a:pt x="12558" y="16402"/>
                      <a:pt x="12558" y="15837"/>
                    </a:cubicBezTo>
                    <a:cubicBezTo>
                      <a:pt x="12558" y="15271"/>
                      <a:pt x="12558" y="14706"/>
                      <a:pt x="11993" y="14253"/>
                    </a:cubicBezTo>
                    <a:cubicBezTo>
                      <a:pt x="11427" y="13801"/>
                      <a:pt x="11201" y="13461"/>
                      <a:pt x="10635" y="13348"/>
                    </a:cubicBezTo>
                    <a:cubicBezTo>
                      <a:pt x="10069" y="13235"/>
                      <a:pt x="9277" y="12783"/>
                      <a:pt x="8485" y="12556"/>
                    </a:cubicBezTo>
                    <a:lnTo>
                      <a:pt x="5996" y="11764"/>
                    </a:lnTo>
                    <a:cubicBezTo>
                      <a:pt x="4299" y="11425"/>
                      <a:pt x="2942" y="10633"/>
                      <a:pt x="2036" y="9615"/>
                    </a:cubicBezTo>
                    <a:cubicBezTo>
                      <a:pt x="1131" y="8597"/>
                      <a:pt x="452" y="7466"/>
                      <a:pt x="452" y="6222"/>
                    </a:cubicBezTo>
                    <a:cubicBezTo>
                      <a:pt x="452" y="4977"/>
                      <a:pt x="792" y="3959"/>
                      <a:pt x="1358" y="2941"/>
                    </a:cubicBezTo>
                    <a:cubicBezTo>
                      <a:pt x="1923" y="1923"/>
                      <a:pt x="2942" y="1357"/>
                      <a:pt x="4073" y="792"/>
                    </a:cubicBezTo>
                    <a:cubicBezTo>
                      <a:pt x="5204" y="226"/>
                      <a:pt x="6336" y="0"/>
                      <a:pt x="7920" y="0"/>
                    </a:cubicBezTo>
                    <a:cubicBezTo>
                      <a:pt x="9504" y="0"/>
                      <a:pt x="10635" y="226"/>
                      <a:pt x="11766" y="792"/>
                    </a:cubicBezTo>
                    <a:cubicBezTo>
                      <a:pt x="12898" y="1357"/>
                      <a:pt x="13690" y="1923"/>
                      <a:pt x="14256" y="2941"/>
                    </a:cubicBezTo>
                    <a:cubicBezTo>
                      <a:pt x="14821" y="3959"/>
                      <a:pt x="15161" y="4864"/>
                      <a:pt x="15161" y="5995"/>
                    </a:cubicBezTo>
                    <a:lnTo>
                      <a:pt x="12106" y="5995"/>
                    </a:lnTo>
                    <a:cubicBezTo>
                      <a:pt x="12106" y="5090"/>
                      <a:pt x="11540" y="4299"/>
                      <a:pt x="10748" y="3733"/>
                    </a:cubicBezTo>
                    <a:cubicBezTo>
                      <a:pt x="9956" y="3167"/>
                      <a:pt x="9051" y="2941"/>
                      <a:pt x="7693" y="2941"/>
                    </a:cubicBezTo>
                    <a:cubicBezTo>
                      <a:pt x="6336" y="2941"/>
                      <a:pt x="6109" y="2941"/>
                      <a:pt x="5431" y="3280"/>
                    </a:cubicBezTo>
                    <a:cubicBezTo>
                      <a:pt x="4752" y="3620"/>
                      <a:pt x="4299" y="3846"/>
                      <a:pt x="3847" y="4412"/>
                    </a:cubicBezTo>
                    <a:cubicBezTo>
                      <a:pt x="3394" y="4977"/>
                      <a:pt x="3281" y="5317"/>
                      <a:pt x="3281" y="5995"/>
                    </a:cubicBezTo>
                    <a:cubicBezTo>
                      <a:pt x="3281" y="6674"/>
                      <a:pt x="3507" y="7127"/>
                      <a:pt x="3847" y="7579"/>
                    </a:cubicBezTo>
                    <a:cubicBezTo>
                      <a:pt x="4186" y="8032"/>
                      <a:pt x="4752" y="8371"/>
                      <a:pt x="5431" y="8484"/>
                    </a:cubicBezTo>
                    <a:cubicBezTo>
                      <a:pt x="6109" y="8597"/>
                      <a:pt x="6562" y="8823"/>
                      <a:pt x="7128" y="9050"/>
                    </a:cubicBezTo>
                    <a:lnTo>
                      <a:pt x="9277" y="9615"/>
                    </a:lnTo>
                    <a:cubicBezTo>
                      <a:pt x="9843" y="9615"/>
                      <a:pt x="10635" y="9955"/>
                      <a:pt x="11427" y="10407"/>
                    </a:cubicBezTo>
                    <a:cubicBezTo>
                      <a:pt x="12219" y="10860"/>
                      <a:pt x="12785" y="10973"/>
                      <a:pt x="13350" y="11538"/>
                    </a:cubicBezTo>
                    <a:cubicBezTo>
                      <a:pt x="13916" y="12104"/>
                      <a:pt x="14482" y="12443"/>
                      <a:pt x="14934" y="13235"/>
                    </a:cubicBezTo>
                    <a:cubicBezTo>
                      <a:pt x="15387" y="14027"/>
                      <a:pt x="15500" y="14819"/>
                      <a:pt x="15500" y="15724"/>
                    </a:cubicBezTo>
                    <a:cubicBezTo>
                      <a:pt x="15500" y="16629"/>
                      <a:pt x="15161" y="17986"/>
                      <a:pt x="14595" y="19004"/>
                    </a:cubicBezTo>
                    <a:cubicBezTo>
                      <a:pt x="14029" y="20022"/>
                      <a:pt x="13011" y="20701"/>
                      <a:pt x="11880" y="21153"/>
                    </a:cubicBezTo>
                    <a:cubicBezTo>
                      <a:pt x="10748" y="21606"/>
                      <a:pt x="9390" y="21945"/>
                      <a:pt x="7693" y="21945"/>
                    </a:cubicBezTo>
                    <a:lnTo>
                      <a:pt x="7920" y="21719"/>
                    </a:lnTo>
                    <a:lnTo>
                      <a:pt x="7806" y="21719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5F857CD6-176C-2532-4683-F98A693B58F2}"/>
                  </a:ext>
                </a:extLst>
              </p:cNvPr>
              <p:cNvSpPr/>
              <p:nvPr/>
            </p:nvSpPr>
            <p:spPr>
              <a:xfrm>
                <a:off x="1662691" y="6843909"/>
                <a:ext cx="21949" cy="21266"/>
              </a:xfrm>
              <a:custGeom>
                <a:avLst/>
                <a:gdLst>
                  <a:gd name="connsiteX0" fmla="*/ 339 w 21949"/>
                  <a:gd name="connsiteY0" fmla="*/ 21040 h 21266"/>
                  <a:gd name="connsiteX1" fmla="*/ 339 w 21949"/>
                  <a:gd name="connsiteY1" fmla="*/ 0 h 21266"/>
                  <a:gd name="connsiteX2" fmla="*/ 5091 w 21949"/>
                  <a:gd name="connsiteY2" fmla="*/ 0 h 21266"/>
                  <a:gd name="connsiteX3" fmla="*/ 9730 w 21949"/>
                  <a:gd name="connsiteY3" fmla="*/ 11991 h 21266"/>
                  <a:gd name="connsiteX4" fmla="*/ 10069 w 21949"/>
                  <a:gd name="connsiteY4" fmla="*/ 13348 h 21266"/>
                  <a:gd name="connsiteX5" fmla="*/ 10635 w 21949"/>
                  <a:gd name="connsiteY5" fmla="*/ 15045 h 21266"/>
                  <a:gd name="connsiteX6" fmla="*/ 11201 w 21949"/>
                  <a:gd name="connsiteY6" fmla="*/ 16968 h 21266"/>
                  <a:gd name="connsiteX7" fmla="*/ 11540 w 21949"/>
                  <a:gd name="connsiteY7" fmla="*/ 18665 h 21266"/>
                  <a:gd name="connsiteX8" fmla="*/ 10748 w 21949"/>
                  <a:gd name="connsiteY8" fmla="*/ 18665 h 21266"/>
                  <a:gd name="connsiteX9" fmla="*/ 11088 w 21949"/>
                  <a:gd name="connsiteY9" fmla="*/ 16968 h 21266"/>
                  <a:gd name="connsiteX10" fmla="*/ 11653 w 21949"/>
                  <a:gd name="connsiteY10" fmla="*/ 15045 h 21266"/>
                  <a:gd name="connsiteX11" fmla="*/ 12219 w 21949"/>
                  <a:gd name="connsiteY11" fmla="*/ 13348 h 21266"/>
                  <a:gd name="connsiteX12" fmla="*/ 12559 w 21949"/>
                  <a:gd name="connsiteY12" fmla="*/ 11991 h 21266"/>
                  <a:gd name="connsiteX13" fmla="*/ 17197 w 21949"/>
                  <a:gd name="connsiteY13" fmla="*/ 0 h 21266"/>
                  <a:gd name="connsiteX14" fmla="*/ 21949 w 21949"/>
                  <a:gd name="connsiteY14" fmla="*/ 0 h 21266"/>
                  <a:gd name="connsiteX15" fmla="*/ 21949 w 21949"/>
                  <a:gd name="connsiteY15" fmla="*/ 21040 h 21266"/>
                  <a:gd name="connsiteX16" fmla="*/ 18668 w 21949"/>
                  <a:gd name="connsiteY16" fmla="*/ 21040 h 21266"/>
                  <a:gd name="connsiteX17" fmla="*/ 18668 w 21949"/>
                  <a:gd name="connsiteY17" fmla="*/ 2376 h 21266"/>
                  <a:gd name="connsiteX18" fmla="*/ 18894 w 21949"/>
                  <a:gd name="connsiteY18" fmla="*/ 2376 h 21266"/>
                  <a:gd name="connsiteX19" fmla="*/ 18329 w 21949"/>
                  <a:gd name="connsiteY19" fmla="*/ 4525 h 21266"/>
                  <a:gd name="connsiteX20" fmla="*/ 17763 w 21949"/>
                  <a:gd name="connsiteY20" fmla="*/ 6674 h 21266"/>
                  <a:gd name="connsiteX21" fmla="*/ 17197 w 21949"/>
                  <a:gd name="connsiteY21" fmla="*/ 8597 h 21266"/>
                  <a:gd name="connsiteX22" fmla="*/ 16632 w 21949"/>
                  <a:gd name="connsiteY22" fmla="*/ 9955 h 21266"/>
                  <a:gd name="connsiteX23" fmla="*/ 12445 w 21949"/>
                  <a:gd name="connsiteY23" fmla="*/ 21267 h 21266"/>
                  <a:gd name="connsiteX24" fmla="*/ 9730 w 21949"/>
                  <a:gd name="connsiteY24" fmla="*/ 21267 h 21266"/>
                  <a:gd name="connsiteX25" fmla="*/ 5318 w 21949"/>
                  <a:gd name="connsiteY25" fmla="*/ 9955 h 21266"/>
                  <a:gd name="connsiteX26" fmla="*/ 4752 w 21949"/>
                  <a:gd name="connsiteY26" fmla="*/ 8597 h 21266"/>
                  <a:gd name="connsiteX27" fmla="*/ 4186 w 21949"/>
                  <a:gd name="connsiteY27" fmla="*/ 6674 h 21266"/>
                  <a:gd name="connsiteX28" fmla="*/ 3621 w 21949"/>
                  <a:gd name="connsiteY28" fmla="*/ 4525 h 21266"/>
                  <a:gd name="connsiteX29" fmla="*/ 2828 w 21949"/>
                  <a:gd name="connsiteY29" fmla="*/ 2376 h 21266"/>
                  <a:gd name="connsiteX30" fmla="*/ 3055 w 21949"/>
                  <a:gd name="connsiteY30" fmla="*/ 2376 h 21266"/>
                  <a:gd name="connsiteX31" fmla="*/ 3055 w 21949"/>
                  <a:gd name="connsiteY31" fmla="*/ 21040 h 21266"/>
                  <a:gd name="connsiteX32" fmla="*/ 0 w 21949"/>
                  <a:gd name="connsiteY32" fmla="*/ 21040 h 21266"/>
                  <a:gd name="connsiteX33" fmla="*/ 339 w 21949"/>
                  <a:gd name="connsiteY33" fmla="*/ 21040 h 21266"/>
                  <a:gd name="connsiteX34" fmla="*/ 339 w 21949"/>
                  <a:gd name="connsiteY34" fmla="*/ 21040 h 2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1949" h="21266">
                    <a:moveTo>
                      <a:pt x="339" y="21040"/>
                    </a:moveTo>
                    <a:lnTo>
                      <a:pt x="339" y="0"/>
                    </a:lnTo>
                    <a:lnTo>
                      <a:pt x="5091" y="0"/>
                    </a:lnTo>
                    <a:lnTo>
                      <a:pt x="9730" y="11991"/>
                    </a:lnTo>
                    <a:cubicBezTo>
                      <a:pt x="9730" y="12330"/>
                      <a:pt x="9956" y="12783"/>
                      <a:pt x="10069" y="13348"/>
                    </a:cubicBezTo>
                    <a:cubicBezTo>
                      <a:pt x="10183" y="13914"/>
                      <a:pt x="10409" y="14479"/>
                      <a:pt x="10635" y="15045"/>
                    </a:cubicBezTo>
                    <a:cubicBezTo>
                      <a:pt x="10861" y="15611"/>
                      <a:pt x="10975" y="16402"/>
                      <a:pt x="11201" y="16968"/>
                    </a:cubicBezTo>
                    <a:cubicBezTo>
                      <a:pt x="11427" y="17534"/>
                      <a:pt x="11540" y="18099"/>
                      <a:pt x="11540" y="18665"/>
                    </a:cubicBezTo>
                    <a:lnTo>
                      <a:pt x="10748" y="18665"/>
                    </a:lnTo>
                    <a:cubicBezTo>
                      <a:pt x="10748" y="18325"/>
                      <a:pt x="10975" y="17760"/>
                      <a:pt x="11088" y="16968"/>
                    </a:cubicBezTo>
                    <a:cubicBezTo>
                      <a:pt x="11201" y="16176"/>
                      <a:pt x="11427" y="15837"/>
                      <a:pt x="11653" y="15045"/>
                    </a:cubicBezTo>
                    <a:cubicBezTo>
                      <a:pt x="11880" y="14253"/>
                      <a:pt x="11993" y="13914"/>
                      <a:pt x="12219" y="13348"/>
                    </a:cubicBezTo>
                    <a:cubicBezTo>
                      <a:pt x="12445" y="12783"/>
                      <a:pt x="12559" y="12443"/>
                      <a:pt x="12559" y="11991"/>
                    </a:cubicBezTo>
                    <a:lnTo>
                      <a:pt x="17197" y="0"/>
                    </a:lnTo>
                    <a:lnTo>
                      <a:pt x="21949" y="0"/>
                    </a:lnTo>
                    <a:lnTo>
                      <a:pt x="21949" y="21040"/>
                    </a:lnTo>
                    <a:lnTo>
                      <a:pt x="18668" y="21040"/>
                    </a:lnTo>
                    <a:lnTo>
                      <a:pt x="18668" y="2376"/>
                    </a:lnTo>
                    <a:lnTo>
                      <a:pt x="18894" y="2376"/>
                    </a:lnTo>
                    <a:cubicBezTo>
                      <a:pt x="18894" y="3167"/>
                      <a:pt x="18555" y="3733"/>
                      <a:pt x="18329" y="4525"/>
                    </a:cubicBezTo>
                    <a:cubicBezTo>
                      <a:pt x="18102" y="5317"/>
                      <a:pt x="17989" y="5882"/>
                      <a:pt x="17763" y="6674"/>
                    </a:cubicBezTo>
                    <a:cubicBezTo>
                      <a:pt x="17537" y="7466"/>
                      <a:pt x="17423" y="8032"/>
                      <a:pt x="17197" y="8597"/>
                    </a:cubicBezTo>
                    <a:cubicBezTo>
                      <a:pt x="16971" y="9163"/>
                      <a:pt x="16858" y="9502"/>
                      <a:pt x="16632" y="9955"/>
                    </a:cubicBezTo>
                    <a:lnTo>
                      <a:pt x="12445" y="21267"/>
                    </a:lnTo>
                    <a:lnTo>
                      <a:pt x="9730" y="21267"/>
                    </a:lnTo>
                    <a:lnTo>
                      <a:pt x="5318" y="9955"/>
                    </a:lnTo>
                    <a:cubicBezTo>
                      <a:pt x="5318" y="9615"/>
                      <a:pt x="4978" y="9163"/>
                      <a:pt x="4752" y="8597"/>
                    </a:cubicBezTo>
                    <a:cubicBezTo>
                      <a:pt x="4526" y="8032"/>
                      <a:pt x="4412" y="7466"/>
                      <a:pt x="4186" y="6674"/>
                    </a:cubicBezTo>
                    <a:cubicBezTo>
                      <a:pt x="3960" y="5882"/>
                      <a:pt x="3847" y="5317"/>
                      <a:pt x="3621" y="4525"/>
                    </a:cubicBezTo>
                    <a:cubicBezTo>
                      <a:pt x="3394" y="3733"/>
                      <a:pt x="3281" y="2941"/>
                      <a:pt x="2828" y="2376"/>
                    </a:cubicBezTo>
                    <a:lnTo>
                      <a:pt x="3055" y="2376"/>
                    </a:lnTo>
                    <a:lnTo>
                      <a:pt x="3055" y="21040"/>
                    </a:lnTo>
                    <a:lnTo>
                      <a:pt x="0" y="21040"/>
                    </a:lnTo>
                    <a:lnTo>
                      <a:pt x="339" y="21040"/>
                    </a:lnTo>
                    <a:lnTo>
                      <a:pt x="339" y="21040"/>
                    </a:lnTo>
                    <a:close/>
                  </a:path>
                </a:pathLst>
              </a:custGeom>
              <a:solidFill>
                <a:srgbClr val="4A106E"/>
              </a:solidFill>
              <a:ln w="81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29339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3" r:id="rId1"/>
    <p:sldLayoutId id="2147484074" r:id="rId2"/>
    <p:sldLayoutId id="2147484075" r:id="rId3"/>
    <p:sldLayoutId id="2147484076" r:id="rId4"/>
    <p:sldLayoutId id="2147484077" r:id="rId5"/>
    <p:sldLayoutId id="2147484078" r:id="rId6"/>
    <p:sldLayoutId id="2147484079" r:id="rId7"/>
    <p:sldLayoutId id="2147484080" r:id="rId8"/>
    <p:sldLayoutId id="2147484081" r:id="rId9"/>
    <p:sldLayoutId id="2147484082" r:id="rId10"/>
    <p:sldLayoutId id="2147484083" r:id="rId11"/>
    <p:sldLayoutId id="2147484084" r:id="rId12"/>
    <p:sldLayoutId id="2147484085" r:id="rId13"/>
    <p:sldLayoutId id="2147484086" r:id="rId14"/>
    <p:sldLayoutId id="2147484087" r:id="rId15"/>
    <p:sldLayoutId id="2147484088" r:id="rId16"/>
    <p:sldLayoutId id="2147484089" r:id="rId17"/>
    <p:sldLayoutId id="2147484090" r:id="rId18"/>
    <p:sldLayoutId id="2147484091" r:id="rId19"/>
    <p:sldLayoutId id="2147484092" r:id="rId20"/>
    <p:sldLayoutId id="2147484093" r:id="rId21"/>
    <p:sldLayoutId id="2147484094" r:id="rId22"/>
    <p:sldLayoutId id="2147484095" r:id="rId23"/>
    <p:sldLayoutId id="2147484096" r:id="rId24"/>
    <p:sldLayoutId id="2147484097" r:id="rId25"/>
    <p:sldLayoutId id="2147484098" r:id="rId26"/>
    <p:sldLayoutId id="2147484099" r:id="rId27"/>
    <p:sldLayoutId id="2147484100" r:id="rId28"/>
    <p:sldLayoutId id="2147484101" r:id="rId29"/>
    <p:sldLayoutId id="2147484102" r:id="rId30"/>
    <p:sldLayoutId id="2147484103" r:id="rId31"/>
    <p:sldLayoutId id="2147484104" r:id="rId32"/>
    <p:sldLayoutId id="2147484105" r:id="rId33"/>
    <p:sldLayoutId id="2147484106" r:id="rId34"/>
    <p:sldLayoutId id="2147484107" r:id="rId35"/>
    <p:sldLayoutId id="2147484108" r:id="rId36"/>
    <p:sldLayoutId id="2147484109" r:id="rId37"/>
    <p:sldLayoutId id="2147484110" r:id="rId38"/>
    <p:sldLayoutId id="2147484111" r:id="rId39"/>
    <p:sldLayoutId id="2147484112" r:id="rId40"/>
    <p:sldLayoutId id="2147484113" r:id="rId41"/>
    <p:sldLayoutId id="2147484114" r:id="rId42"/>
    <p:sldLayoutId id="2147484115" r:id="rId43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250" b="0" i="0" kern="1200">
          <a:solidFill>
            <a:schemeClr val="tx1"/>
          </a:solidFill>
          <a:latin typeface="Frank Ruhl Libre" pitchFamily="2" charset="-79"/>
          <a:ea typeface="Frank Ruhl Libre" pitchFamily="2" charset="-79"/>
          <a:cs typeface="Frank Ruhl Libre" pitchFamily="2" charset="-79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92">
          <p15:clr>
            <a:srgbClr val="F26B43"/>
          </p15:clr>
        </p15:guide>
        <p15:guide id="3" pos="7488">
          <p15:clr>
            <a:srgbClr val="F26B43"/>
          </p15:clr>
        </p15:guide>
        <p15:guide id="4" orient="horz" pos="205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3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EA357-9993-2C27-391A-DE889654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9EC1122-6D16-5F39-752B-DD41FEE64E2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latin typeface="Frank Ruhl Libre Light"/>
                <a:cs typeface="Frank Ruhl Libre Light"/>
              </a:rPr>
              <a:t>MARCH 2026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7B83EA-AD26-6220-7F5A-297F1FD3B6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latin typeface="Frank Ruhl Libre Light"/>
                <a:cs typeface="Frank Ruhl Libre Light"/>
              </a:rPr>
              <a:t>Agentic Use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772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E2DCB46-9A11-C348-A4A6-402359636D7E}"/>
              </a:ext>
            </a:extLst>
          </p:cNvPr>
          <p:cNvSpPr/>
          <p:nvPr/>
        </p:nvSpPr>
        <p:spPr>
          <a:xfrm>
            <a:off x="7429500" y="127000"/>
            <a:ext cx="1143000" cy="1143000"/>
          </a:xfrm>
          <a:prstGeom prst="ellipse">
            <a:avLst/>
          </a:prstGeom>
          <a:solidFill>
            <a:srgbClr val="F0E6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B713B-94B8-182D-B24C-65B42044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 Ruhl Libre"/>
                <a:cs typeface="Frank Ruhl Libre"/>
              </a:rPr>
              <a:t>Close the gaps that drive your Star Rating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DA6D5-F30F-22F6-EB66-A8BA31E5E7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USE CASE 1</a:t>
            </a:r>
          </a:p>
        </p:txBody>
      </p:sp>
      <p:sp>
        <p:nvSpPr>
          <p:cNvPr id="12" name="5-Point Star 11">
            <a:extLst>
              <a:ext uri="{FF2B5EF4-FFF2-40B4-BE49-F238E27FC236}">
                <a16:creationId xmlns:a16="http://schemas.microsoft.com/office/drawing/2014/main" id="{4E824B40-546F-E24F-83EC-590E5B395991}"/>
              </a:ext>
            </a:extLst>
          </p:cNvPr>
          <p:cNvSpPr/>
          <p:nvPr/>
        </p:nvSpPr>
        <p:spPr>
          <a:xfrm>
            <a:off x="7537450" y="615950"/>
            <a:ext cx="165100" cy="165100"/>
          </a:xfrm>
          <a:prstGeom prst="star5">
            <a:avLst/>
          </a:prstGeom>
          <a:solidFill>
            <a:srgbClr val="36005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5-Point Star 12">
            <a:extLst>
              <a:ext uri="{FF2B5EF4-FFF2-40B4-BE49-F238E27FC236}">
                <a16:creationId xmlns:a16="http://schemas.microsoft.com/office/drawing/2014/main" id="{B9048B68-C4A7-C142-BAFD-FB9864D15622}"/>
              </a:ext>
            </a:extLst>
          </p:cNvPr>
          <p:cNvSpPr/>
          <p:nvPr/>
        </p:nvSpPr>
        <p:spPr>
          <a:xfrm>
            <a:off x="7727950" y="615950"/>
            <a:ext cx="165100" cy="165100"/>
          </a:xfrm>
          <a:prstGeom prst="star5">
            <a:avLst/>
          </a:prstGeom>
          <a:solidFill>
            <a:srgbClr val="36005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5-Point Star 13">
            <a:extLst>
              <a:ext uri="{FF2B5EF4-FFF2-40B4-BE49-F238E27FC236}">
                <a16:creationId xmlns:a16="http://schemas.microsoft.com/office/drawing/2014/main" id="{982AA9D7-1291-3240-8A06-056DD355216B}"/>
              </a:ext>
            </a:extLst>
          </p:cNvPr>
          <p:cNvSpPr/>
          <p:nvPr/>
        </p:nvSpPr>
        <p:spPr>
          <a:xfrm>
            <a:off x="7918450" y="615950"/>
            <a:ext cx="165100" cy="165100"/>
          </a:xfrm>
          <a:prstGeom prst="star5">
            <a:avLst/>
          </a:prstGeom>
          <a:solidFill>
            <a:srgbClr val="36005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5-Point Star 14">
            <a:extLst>
              <a:ext uri="{FF2B5EF4-FFF2-40B4-BE49-F238E27FC236}">
                <a16:creationId xmlns:a16="http://schemas.microsoft.com/office/drawing/2014/main" id="{8A41DA11-F0CD-6F4E-90AC-FA5D648F7E72}"/>
              </a:ext>
            </a:extLst>
          </p:cNvPr>
          <p:cNvSpPr/>
          <p:nvPr/>
        </p:nvSpPr>
        <p:spPr>
          <a:xfrm>
            <a:off x="8108950" y="615950"/>
            <a:ext cx="165100" cy="165100"/>
          </a:xfrm>
          <a:prstGeom prst="star5">
            <a:avLst/>
          </a:prstGeom>
          <a:solidFill>
            <a:srgbClr val="36005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5-Point Star 15">
            <a:extLst>
              <a:ext uri="{FF2B5EF4-FFF2-40B4-BE49-F238E27FC236}">
                <a16:creationId xmlns:a16="http://schemas.microsoft.com/office/drawing/2014/main" id="{CF4FE94A-4A6C-9648-92B4-51FF8C4AFCBF}"/>
              </a:ext>
            </a:extLst>
          </p:cNvPr>
          <p:cNvSpPr/>
          <p:nvPr/>
        </p:nvSpPr>
        <p:spPr>
          <a:xfrm>
            <a:off x="8299450" y="615950"/>
            <a:ext cx="165100" cy="165100"/>
          </a:xfrm>
          <a:prstGeom prst="star5">
            <a:avLst/>
          </a:prstGeom>
          <a:solidFill>
            <a:srgbClr val="FFFFFF"/>
          </a:solidFill>
          <a:ln w="12700" cap="flat" cmpd="sng" algn="ctr">
            <a:solidFill>
              <a:srgbClr val="36005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LeftColumn"/>
          <p:cNvSpPr txBox="1"/>
          <p:nvPr/>
        </p:nvSpPr>
        <p:spPr>
          <a:xfrm>
            <a:off x="241300" y="1295400"/>
            <a:ext cx="50165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problem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Only ~40% of MA contracts hit 4+ Stars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Mailer campaigns barely reach eligible members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Every unclosed HEDIS gap = lost Stars revenue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What Pager does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Ingests gap file, contacts member, educates on risk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Books appointment, coordinates the lab order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Confirms completion. Gap closed. No extra staff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payoff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Star Rating lift: CDC-LDL, BCS-E, CBP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3–5x gap closure vs. mailers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Scales without adding staff</a:t>
            </a:r>
          </a:p>
        </p:txBody>
      </p:sp>
      <p:sp>
        <p:nvSpPr>
          <p:cNvPr id="21" name="RightColumn"/>
          <p:cNvSpPr txBox="1"/>
          <p:nvPr/>
        </p:nvSpPr>
        <p:spPr>
          <a:xfrm>
            <a:off x="5397500" y="1295400"/>
            <a:ext cx="34036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FF8100"/>
                </a:solidFill>
                <a:latin typeface="Segoe UI Semibold"/>
                <a:cs typeface="Segoe UI Semibold"/>
              </a:rPr>
              <a:t>Cambia dependencies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HEDIS gap-in-care file (member ID, measure, status)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info (ID, name, contact, language, PCP)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comms prefs (SMS, channel, language)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Provider directory data or API/MCP access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Benefit plan details &amp; MRF data for OOP estimation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Services outside defined benefit (e.g., telemedicine)</a:t>
            </a:r>
          </a:p>
        </p:txBody>
      </p:sp>
    </p:spTree>
    <p:extLst>
      <p:ext uri="{BB962C8B-B14F-4D97-AF65-F5344CB8AC3E}">
        <p14:creationId xmlns:p14="http://schemas.microsoft.com/office/powerpoint/2010/main" val="72703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E2DCB46-9A11-C348-A4A6-402359636D7E}"/>
              </a:ext>
            </a:extLst>
          </p:cNvPr>
          <p:cNvSpPr/>
          <p:nvPr/>
        </p:nvSpPr>
        <p:spPr>
          <a:xfrm>
            <a:off x="7429500" y="127000"/>
            <a:ext cx="1143000" cy="1143000"/>
          </a:xfrm>
          <a:prstGeom prst="ellipse">
            <a:avLst/>
          </a:prstGeom>
          <a:solidFill>
            <a:srgbClr val="F0E6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B713B-94B8-182D-B24C-65B42044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 Ruhl Libre"/>
                <a:cs typeface="Frank Ruhl Libre"/>
              </a:rPr>
              <a:t>Navigate your costliest members to better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DA6D5-F30F-22F6-EB66-A8BA31E5E7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USE CASE 2</a:t>
            </a:r>
          </a:p>
        </p:txBody>
      </p:sp>
      <p:pic>
        <p:nvPicPr>
          <p:cNvPr id="7" name="Graphic 7" descr="Compass icon for care navigation use ca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4300" y="431800"/>
            <a:ext cx="533400" cy="533400"/>
          </a:xfrm>
          <a:prstGeom prst="rect">
            <a:avLst/>
          </a:prstGeom>
        </p:spPr>
      </p:pic>
      <p:sp>
        <p:nvSpPr>
          <p:cNvPr id="20" name="LeftColumn"/>
          <p:cNvSpPr txBox="1"/>
          <p:nvPr/>
        </p:nvSpPr>
        <p:spPr>
          <a:xfrm>
            <a:off x="241300" y="1295400"/>
            <a:ext cx="50165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6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problem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5% of members drive 40–50% of medical spend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Diabetes = six HEDIS measures, highest-leverage condition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Fragmented, reactive support across siloed systems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600" b="1" dirty="0">
                <a:solidFill>
                  <a:srgbClr val="360056"/>
                </a:solidFill>
                <a:latin typeface="Segoe UI Semibold"/>
                <a:cs typeface="Segoe UI Semibold"/>
              </a:rPr>
              <a:t>What Pager does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Assembles Dx, Rx, labs, risk scores into one context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Recommends programs, fills Rx, nudges adherence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Matches providers, enrolls, schedules appointments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Nurse steps in when complexity requires it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6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payoff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HEDIS CDC/CBP improvement + CAHPS lift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Fewer ER visits for costliest members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Automated Rx fills close medication adherence measures</a:t>
            </a:r>
          </a:p>
        </p:txBody>
      </p:sp>
      <p:sp>
        <p:nvSpPr>
          <p:cNvPr id="21" name="RightColumn"/>
          <p:cNvSpPr txBox="1"/>
          <p:nvPr/>
        </p:nvSpPr>
        <p:spPr>
          <a:xfrm>
            <a:off x="5397500" y="1295400"/>
            <a:ext cx="34036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600" b="1" dirty="0">
                <a:solidFill>
                  <a:srgbClr val="FF8100"/>
                </a:solidFill>
                <a:latin typeface="Segoe UI Semibold"/>
                <a:cs typeface="Segoe UI Semibold"/>
              </a:rPr>
              <a:t>Cambia dependencies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Dx; medical, Rx, lab claims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Risk stratification scores (HCC or internal)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Member info (ID, name, contact, language, PCP)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Member comms prefs (SMS, channel, language)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Provider directory data or API/MCP (incl cost/quality tiers)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Care &amp; wellness program catalog + enrollment API/MCP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Services outside defined benefit (e.g., telemedicine)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dirty="0">
                <a:latin typeface="Segoe UI Semilight"/>
                <a:cs typeface="Segoe UI Semilight"/>
              </a:rPr>
              <a:t>Benefit plan details &amp; MRF data for OOP estimation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400" i="1" dirty="0">
                <a:latin typeface="Segoe UI Semilight"/>
                <a:cs typeface="Segoe UI Semilight"/>
              </a:rPr>
              <a:t>Optional: encounter data, labs, SDoH</a:t>
            </a:r>
          </a:p>
        </p:txBody>
      </p:sp>
    </p:spTree>
    <p:extLst>
      <p:ext uri="{BB962C8B-B14F-4D97-AF65-F5344CB8AC3E}">
        <p14:creationId xmlns:p14="http://schemas.microsoft.com/office/powerpoint/2010/main" val="2963141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E2DCB46-9A11-C348-A4A6-402359636D7E}"/>
              </a:ext>
            </a:extLst>
          </p:cNvPr>
          <p:cNvSpPr/>
          <p:nvPr/>
        </p:nvSpPr>
        <p:spPr>
          <a:xfrm>
            <a:off x="7429500" y="127000"/>
            <a:ext cx="1143000" cy="1143000"/>
          </a:xfrm>
          <a:prstGeom prst="ellipse">
            <a:avLst/>
          </a:prstGeom>
          <a:solidFill>
            <a:srgbClr val="F0E6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B713B-94B8-182D-B24C-65B42044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latin typeface="Frank Ruhl Libre"/>
                <a:cs typeface="Frank Ruhl Libre"/>
              </a:rPr>
              <a:t>One conversation from symptom to scheduled appointment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DA6D5-F30F-22F6-EB66-A8BA31E5E7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USE CASE 3</a:t>
            </a:r>
          </a:p>
        </p:txBody>
      </p:sp>
      <p:pic>
        <p:nvPicPr>
          <p:cNvPr id="7" name="Graphic 7" descr="Stethoscope icon for care navig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4300" y="431800"/>
            <a:ext cx="533400" cy="533400"/>
          </a:xfrm>
          <a:prstGeom prst="rect">
            <a:avLst/>
          </a:prstGeom>
        </p:spPr>
      </p:pic>
      <p:sp>
        <p:nvSpPr>
          <p:cNvPr id="20" name="LeftColumn"/>
          <p:cNvSpPr txBox="1"/>
          <p:nvPr/>
        </p:nvSpPr>
        <p:spPr>
          <a:xfrm>
            <a:off x="241300" y="1295400"/>
            <a:ext cx="50165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problem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Members face a maze: NAL, portal, or the ER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No system assesses acuity, compares cost, books care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Augments your nurse advice line — doesn't replace it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What Pager does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AI assesses symptoms, routes to right venue of care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Shows cost/quality comparisons via generative UI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Matches in-network providers, books the appointment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Nurse enters same thread when escalation triggers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payoff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ED diversion: $1,800–$2,200 saved per redirect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In-network guidance reduces OON leakage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One conversation replaces portals and phone trees</a:t>
            </a:r>
          </a:p>
        </p:txBody>
      </p:sp>
      <p:sp>
        <p:nvSpPr>
          <p:cNvPr id="21" name="RightColumn"/>
          <p:cNvSpPr txBox="1"/>
          <p:nvPr/>
        </p:nvSpPr>
        <p:spPr>
          <a:xfrm>
            <a:off x="5397500" y="1295400"/>
            <a:ext cx="34036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FF8100"/>
                </a:solidFill>
                <a:latin typeface="Segoe UI Semibold"/>
                <a:cs typeface="Segoe UI Semibold"/>
              </a:rPr>
              <a:t>Cambia dependencies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info (ID, name, contact, language, PCP)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Provider directory data or API/MCP (incl cost/quality tiers)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Benefit plan details &amp; MRF data for OOP estimation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Services outside defined benefit (e.g., telemedicine)</a:t>
            </a:r>
          </a:p>
        </p:txBody>
      </p:sp>
    </p:spTree>
    <p:extLst>
      <p:ext uri="{BB962C8B-B14F-4D97-AF65-F5344CB8AC3E}">
        <p14:creationId xmlns:p14="http://schemas.microsoft.com/office/powerpoint/2010/main" val="3773493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E2DCB46-9A11-C348-A4A6-402359636D7E}"/>
              </a:ext>
            </a:extLst>
          </p:cNvPr>
          <p:cNvSpPr/>
          <p:nvPr/>
        </p:nvSpPr>
        <p:spPr>
          <a:xfrm>
            <a:off x="7429500" y="127000"/>
            <a:ext cx="1143000" cy="1143000"/>
          </a:xfrm>
          <a:prstGeom prst="ellipse">
            <a:avLst/>
          </a:prstGeom>
          <a:solidFill>
            <a:srgbClr val="F0E6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B713B-94B8-182D-B24C-65B42044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 Ruhl Libre"/>
                <a:cs typeface="Frank Ruhl Libre"/>
              </a:rPr>
              <a:t>Catch readmissions before they happen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DA6D5-F30F-22F6-EB66-A8BA31E5E7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USE CASE 4</a:t>
            </a:r>
          </a:p>
        </p:txBody>
      </p:sp>
      <p:pic>
        <p:nvPicPr>
          <p:cNvPr id="7" name="Graphic 7" descr="Shield icon for readmission preven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4300" y="431800"/>
            <a:ext cx="533400" cy="533400"/>
          </a:xfrm>
          <a:prstGeom prst="rect">
            <a:avLst/>
          </a:prstGeom>
        </p:spPr>
      </p:pic>
      <p:sp>
        <p:nvSpPr>
          <p:cNvPr id="20" name="LeftColumn"/>
          <p:cNvSpPr txBox="1"/>
          <p:nvPr/>
        </p:nvSpPr>
        <p:spPr>
          <a:xfrm>
            <a:off x="241300" y="1295400"/>
            <a:ext cx="50165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problem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CMS triple-weights readmissions (PCR) in Stars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Each 30-day readmission costs $8K–$15K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Manual outreach misses the 24-hour TRC window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What Pager does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ADT feed triggers SMS outreach within 24 hours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Checks discharge compliance, Rx adherence, symptoms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Schedules follow-up within care plan window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Nurse enters if member reports complications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payoff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PCR + TRC Stars lift; $8K–$15K saved per avoidance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Uses ADT feeds already flowing. No new contracts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Highest-leverage quality lever for Asuris MA</a:t>
            </a:r>
          </a:p>
        </p:txBody>
      </p:sp>
      <p:sp>
        <p:nvSpPr>
          <p:cNvPr id="21" name="RightColumn"/>
          <p:cNvSpPr txBox="1"/>
          <p:nvPr/>
        </p:nvSpPr>
        <p:spPr>
          <a:xfrm>
            <a:off x="5397500" y="1295400"/>
            <a:ext cx="34036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FF8100"/>
                </a:solidFill>
                <a:latin typeface="Segoe UI Semibold"/>
                <a:cs typeface="Segoe UI Semibold"/>
              </a:rPr>
              <a:t>Cambia dependencies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ADT feed (admit/discharge/transfer)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Discharge summary + care plan (structured or PDF)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Rx claims for adherence checks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info (ID, name, contact, language, PCP)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comms prefs (SMS, channel, language)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Provider directory data or API/MCP (incl cost/quality tiers)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Benefit plan details &amp; MRF data for OOP estimation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Services outside defined benefit (e.g., telemedicine)</a:t>
            </a:r>
          </a:p>
        </p:txBody>
      </p:sp>
    </p:spTree>
    <p:extLst>
      <p:ext uri="{BB962C8B-B14F-4D97-AF65-F5344CB8AC3E}">
        <p14:creationId xmlns:p14="http://schemas.microsoft.com/office/powerpoint/2010/main" val="25398440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E2DCB46-9A11-C348-A4A6-402359636D7E}"/>
              </a:ext>
            </a:extLst>
          </p:cNvPr>
          <p:cNvSpPr/>
          <p:nvPr/>
        </p:nvSpPr>
        <p:spPr>
          <a:xfrm>
            <a:off x="7429500" y="127000"/>
            <a:ext cx="1143000" cy="1143000"/>
          </a:xfrm>
          <a:prstGeom prst="ellipse">
            <a:avLst/>
          </a:prstGeom>
          <a:solidFill>
            <a:srgbClr val="F0E6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B713B-94B8-182D-B24C-65B42044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 Ruhl Libre"/>
                <a:cs typeface="Frank Ruhl Libre"/>
              </a:rPr>
              <a:t>Replace portal-first wellness with outreach-first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DA6D5-F30F-22F6-EB66-A8BA31E5E7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USE CASE 5</a:t>
            </a:r>
          </a:p>
        </p:txBody>
      </p:sp>
      <p:pic>
        <p:nvPicPr>
          <p:cNvPr id="7" name="Graphic 7" descr="Heart with pulse for wellness outreach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4300" y="431800"/>
            <a:ext cx="533400" cy="533400"/>
          </a:xfrm>
          <a:prstGeom prst="rect">
            <a:avLst/>
          </a:prstGeom>
        </p:spPr>
      </p:pic>
      <p:sp>
        <p:nvSpPr>
          <p:cNvPr id="20" name="LeftColumn"/>
          <p:cNvSpPr txBox="1"/>
          <p:nvPr/>
        </p:nvSpPr>
        <p:spPr>
          <a:xfrm>
            <a:off x="241300" y="1295400"/>
            <a:ext cx="50165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problem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Wellness vendor reaches &lt;20% of eligible members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Portal-first fails; members must log in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ReallyWell flips the model: AI finds members</a:t>
            </a:r>
          </a:p>
          <a:p>
            <a:pPr>
              <a:spcBef>
                <a:spcPts val="25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What Pager does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Risk scoring targets members due for care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AI nudges: right timing, right channel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Enrolls, schedules screenings and other </a:t>
            </a:r>
            <a:r>
              <a:rPr lang="en-US" sz="1500" dirty="0" err="1">
                <a:latin typeface="Segoe UI Semilight"/>
                <a:cs typeface="Segoe UI Semilight"/>
              </a:rPr>
              <a:t>appointmnts</a:t>
            </a:r>
            <a:r>
              <a:rPr lang="en-US" sz="1500" dirty="0">
                <a:latin typeface="Segoe UI Semilight"/>
                <a:cs typeface="Segoe UI Semilight"/>
              </a:rPr>
              <a:t>, tracks completion</a:t>
            </a:r>
          </a:p>
          <a:p>
            <a:pPr>
              <a:spcBef>
                <a:spcPts val="25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payoff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2–3x participation vs. portal-first vendors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Stars + QRS improvement across all LOBs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One platform across all Cambia plans</a:t>
            </a:r>
          </a:p>
        </p:txBody>
      </p:sp>
      <p:sp>
        <p:nvSpPr>
          <p:cNvPr id="21" name="RightColumn"/>
          <p:cNvSpPr txBox="1"/>
          <p:nvPr/>
        </p:nvSpPr>
        <p:spPr>
          <a:xfrm>
            <a:off x="5397500" y="1295400"/>
            <a:ext cx="34036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FF8100"/>
                </a:solidFill>
                <a:latin typeface="Segoe UI Semibold"/>
                <a:cs typeface="Segoe UI Semibold"/>
              </a:rPr>
              <a:t>Cambia dependencies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Dx; medical, Rx, lab claims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Care &amp; wellness program catalog + enrollment API/MCP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info (ID, name, contact, language, PCP)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comms prefs (SMS, channel, language)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Provider directory data or API/MCP (incl cost/quality tiers)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Benefit plan details &amp; MRF data for OOP estimation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Services outside defined benefit (e.g., telemedicine)</a:t>
            </a:r>
          </a:p>
        </p:txBody>
      </p:sp>
    </p:spTree>
    <p:extLst>
      <p:ext uri="{BB962C8B-B14F-4D97-AF65-F5344CB8AC3E}">
        <p14:creationId xmlns:p14="http://schemas.microsoft.com/office/powerpoint/2010/main" val="4188728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3E2DCB46-9A11-C348-A4A6-402359636D7E}"/>
              </a:ext>
            </a:extLst>
          </p:cNvPr>
          <p:cNvSpPr/>
          <p:nvPr/>
        </p:nvSpPr>
        <p:spPr>
          <a:xfrm>
            <a:off x="7429500" y="127000"/>
            <a:ext cx="1143000" cy="1143000"/>
          </a:xfrm>
          <a:prstGeom prst="ellipse">
            <a:avLst/>
          </a:prstGeom>
          <a:solidFill>
            <a:srgbClr val="F0E6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B713B-94B8-182D-B24C-65B420449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Frank Ruhl Libre"/>
                <a:cs typeface="Frank Ruhl Libre"/>
              </a:rPr>
              <a:t>Nurse Triage 2.0 — Agentic Clinical Navigation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DA6D5-F30F-22F6-EB66-A8BA31E5E7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latin typeface="Segoe UI Semibold"/>
                <a:cs typeface="Segoe UI Semibold"/>
              </a:rPr>
              <a:t>USE CASE 6</a:t>
            </a:r>
          </a:p>
        </p:txBody>
      </p:sp>
      <p:pic>
        <p:nvPicPr>
          <p:cNvPr id="7" name="Graphic 7" descr="Call center icon for nurse triag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4300" y="431800"/>
            <a:ext cx="533400" cy="533400"/>
          </a:xfrm>
          <a:prstGeom prst="rect">
            <a:avLst/>
          </a:prstGeom>
        </p:spPr>
      </p:pic>
      <p:sp>
        <p:nvSpPr>
          <p:cNvPr id="20" name="LeftColumn"/>
          <p:cNvSpPr txBox="1"/>
          <p:nvPr/>
        </p:nvSpPr>
        <p:spPr>
          <a:xfrm>
            <a:off x="241300" y="1295400"/>
            <a:ext cx="50165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problem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NALs are costly, hard to staff, limited hours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Members default to the ER when they can't reach a nurse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Clinical triage is manual, not agentic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What Pager does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AI conducts intake: symptoms, history, acuity scoring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Low-acuity to self-care; high-acuity to live nurse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24/7 via SMS/chat; nurse joins same thread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Full context handed off — no member repeats story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Appointment scheduling as appropriate</a:t>
            </a:r>
          </a:p>
          <a:p>
            <a:pPr>
              <a:spcBef>
                <a:spcPts val="30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360056"/>
                </a:solidFill>
                <a:latin typeface="Segoe UI Semibold"/>
                <a:cs typeface="Segoe UI Semibold"/>
              </a:rPr>
              <a:t>The payoff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50–70% of triage resolved by AI before nurse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ER diversion + lower cost per triage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CAHPS lift: faster, always-on clinical access</a:t>
            </a:r>
          </a:p>
        </p:txBody>
      </p:sp>
      <p:sp>
        <p:nvSpPr>
          <p:cNvPr id="21" name="RightColumn"/>
          <p:cNvSpPr txBox="1"/>
          <p:nvPr/>
        </p:nvSpPr>
        <p:spPr>
          <a:xfrm>
            <a:off x="5397500" y="1295400"/>
            <a:ext cx="3403600" cy="34671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>
              <a:spcBef>
                <a:spcPts val="0"/>
              </a:spcBef>
              <a:spcAft>
                <a:spcPts val="50"/>
              </a:spcAft>
            </a:pPr>
            <a:r>
              <a:rPr lang="en-US" sz="1700" b="1" dirty="0">
                <a:solidFill>
                  <a:srgbClr val="FF8100"/>
                </a:solidFill>
                <a:latin typeface="Segoe UI Semibold"/>
                <a:cs typeface="Segoe UI Semibold"/>
              </a:rPr>
              <a:t>Cambia dependencies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Member info (ID, name, contact, language, PCP)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Provider directory data or API/MCP (incl cost/quality tiers)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Benefit plan details &amp; MRF data for OOP estimation</a:t>
            </a:r>
          </a:p>
          <a:p>
            <a:pPr marL="171450" indent="-171450">
              <a:spcBef>
                <a:spcPts val="15"/>
              </a:spcBef>
              <a:spcAft>
                <a:spcPts val="15"/>
              </a:spcAft>
              <a:buFont typeface="Arial"/>
              <a:buChar char="•"/>
            </a:pPr>
            <a:r>
              <a:rPr lang="en-US" sz="1500" dirty="0">
                <a:latin typeface="Segoe UI Semilight"/>
                <a:cs typeface="Segoe UI Semilight"/>
              </a:rPr>
              <a:t>Services outside defined benefit (e.g., telemedicine)</a:t>
            </a:r>
          </a:p>
        </p:txBody>
      </p:sp>
    </p:spTree>
    <p:extLst>
      <p:ext uri="{BB962C8B-B14F-4D97-AF65-F5344CB8AC3E}">
        <p14:creationId xmlns:p14="http://schemas.microsoft.com/office/powerpoint/2010/main" val="1006200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9A8B-ABC9-323B-C2E0-9E64F972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dependency map across all use cases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C32C06-945F-D847-B416-C039EE658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928488"/>
              </p:ext>
            </p:extLst>
          </p:nvPr>
        </p:nvGraphicFramePr>
        <p:xfrm>
          <a:off x="152400" y="807575"/>
          <a:ext cx="8851900" cy="4069080"/>
        </p:xfrm>
        <a:graphic>
          <a:graphicData uri="http://schemas.openxmlformats.org/drawingml/2006/table">
            <a:tbl>
              <a:tblPr/>
              <a:tblGrid>
                <a:gridCol w="2222500">
                  <a:extLst>
                    <a:ext uri="{9D8B030D-6E8A-4147-A177-3AD203B41FA5}">
                      <a16:colId xmlns:a16="http://schemas.microsoft.com/office/drawing/2014/main" val="197987118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77737327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57506615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49289127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51704751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167237081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355736528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Dependency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0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UC1
Star Rating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0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UC2
Chronic Care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0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UC3
Symptom→Appt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0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UC4
Readmission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0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UC5
Wellness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00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UC6
Nurse Triage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00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8065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360056"/>
                          </a:solidFill>
                          <a:latin typeface="Segoe UI Semibold"/>
                          <a:cs typeface="Segoe UI Semibold"/>
                        </a:rPr>
                        <a:t>Initiation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360056"/>
                          </a:solidFill>
                          <a:latin typeface="Segoe UI Semibold"/>
                          <a:cs typeface="Segoe UI Semibold"/>
                        </a:rPr>
                        <a:t>Agent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360056"/>
                          </a:solidFill>
                          <a:latin typeface="Segoe UI Semibold"/>
                          <a:cs typeface="Segoe UI Semibold"/>
                        </a:rPr>
                        <a:t>Agent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8100"/>
                          </a:solidFill>
                          <a:latin typeface="Segoe UI Semibold"/>
                          <a:cs typeface="Segoe UI Semibold"/>
                        </a:rPr>
                        <a:t>Member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360056"/>
                          </a:solidFill>
                          <a:latin typeface="Segoe UI Semibold"/>
                          <a:cs typeface="Segoe UI Semibold"/>
                        </a:rPr>
                        <a:t>Agent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360056"/>
                          </a:solidFill>
                          <a:latin typeface="Segoe UI Semibold"/>
                          <a:cs typeface="Segoe UI Semibold"/>
                        </a:rPr>
                        <a:t>Agent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rgbClr val="FF8100"/>
                          </a:solidFill>
                          <a:latin typeface="Segoe UI Semibold"/>
                          <a:cs typeface="Segoe UI Semibold"/>
                        </a:rPr>
                        <a:t>Member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5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67242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COMMON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29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Member info (ID, name, contact, language, PCP)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2519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Provider directory data or API/MCP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0603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Benefit plan &amp; MRF / OOP estimation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1348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Services outside defined benefit (e.g., telemedicine)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729404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lang="en-US" sz="900" b="1">
                          <a:solidFill>
                            <a:srgbClr val="FFFFFF"/>
                          </a:solidFill>
                          <a:latin typeface="Segoe UI Semibold"/>
                          <a:cs typeface="Segoe UI Semibold"/>
                        </a:rPr>
                        <a:t>UNIQUE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900" b="1">
                        <a:solidFill>
                          <a:srgbClr val="FFFFFF"/>
                        </a:solidFill>
                        <a:latin typeface="Segoe UI Semibold"/>
                        <a:cs typeface="Segoe UI Semibold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8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4323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HEDIS gap-in-care file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0008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Member comms </a:t>
                      </a:r>
                      <a:r>
                        <a:rPr lang="en-US" sz="900" dirty="0" err="1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prefs</a:t>
                      </a:r>
                      <a:r>
                        <a:rPr lang="en-US" sz="900" dirty="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 (SMS, channel, language)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6581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Dx (diagnosis) data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02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Medical claims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8975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Rx claims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8487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Lab claims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8185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Risk stratification scores (HCC/internal)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3236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Care &amp; wellness program catalog + enrollment API/MCP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9784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ADT feed (admit/discharge/transfer)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9F6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4719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373737"/>
                          </a:solidFill>
                          <a:latin typeface="Segoe UI Semilight"/>
                          <a:cs typeface="Segoe UI Semilight"/>
                        </a:rPr>
                        <a:t>Discharge summary + care plan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360056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8142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/>
                      <a:r>
                        <a:rPr lang="en-US" sz="900" i="1">
                          <a:solidFill>
                            <a:srgbClr val="6F6F6F"/>
                          </a:solidFill>
                          <a:latin typeface="Segoe UI Semilight"/>
                          <a:cs typeface="Segoe UI Semilight"/>
                        </a:rPr>
                        <a:t>Optional: encounter data, labs, SDoH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1">
                          <a:solidFill>
                            <a:srgbClr val="6F6F6F"/>
                          </a:solidFill>
                          <a:latin typeface="Segoe UI Semilight"/>
                          <a:cs typeface="Segoe UI Semilight"/>
                        </a:rPr>
                        <a:t>✔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373737"/>
                        </a:solidFill>
                        <a:latin typeface="Segoe UI Semilight"/>
                        <a:cs typeface="Segoe UI Semilight"/>
                      </a:endParaRP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065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132178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Pager 4">
      <a:dk1>
        <a:srgbClr val="000000"/>
      </a:dk1>
      <a:lt1>
        <a:srgbClr val="FFFFFF"/>
      </a:lt1>
      <a:dk2>
        <a:srgbClr val="373737"/>
      </a:dk2>
      <a:lt2>
        <a:srgbClr val="F5F5F5"/>
      </a:lt2>
      <a:accent1>
        <a:srgbClr val="360056"/>
      </a:accent1>
      <a:accent2>
        <a:srgbClr val="FF8100"/>
      </a:accent2>
      <a:accent3>
        <a:srgbClr val="5201FF"/>
      </a:accent3>
      <a:accent4>
        <a:srgbClr val="D1D090"/>
      </a:accent4>
      <a:accent5>
        <a:srgbClr val="CF4800"/>
      </a:accent5>
      <a:accent6>
        <a:srgbClr val="6F6F6F"/>
      </a:accent6>
      <a:hlink>
        <a:srgbClr val="3963D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l">
          <a:lnSpc>
            <a:spcPct val="110000"/>
          </a:lnSpc>
          <a:spcAft>
            <a:spcPts val="600"/>
          </a:spcAft>
          <a:defRPr sz="1550" dirty="0" err="1" smtClean="0">
            <a:latin typeface="Segoe UI Semilight" panose="020B0402040204020203" pitchFamily="34" charset="0"/>
            <a:cs typeface="Segoe UI Semilight" panose="020B04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jaug2025" id="{53659A08-169B-8A4F-B728-21ADEB4887AE}" vid="{2CFA4555-AF99-2B46-92D7-16EFAF448E88}"/>
    </a:ext>
  </a:extLst>
</a:theme>
</file>

<file path=ppt/theme/theme2.xml><?xml version="1.0" encoding="utf-8"?>
<a:theme xmlns:a="http://schemas.openxmlformats.org/drawingml/2006/main" name="4_Office Theme">
  <a:themeElements>
    <a:clrScheme name="Pager 4">
      <a:dk1>
        <a:srgbClr val="000000"/>
      </a:dk1>
      <a:lt1>
        <a:srgbClr val="FFFFFF"/>
      </a:lt1>
      <a:dk2>
        <a:srgbClr val="373737"/>
      </a:dk2>
      <a:lt2>
        <a:srgbClr val="F5F5F5"/>
      </a:lt2>
      <a:accent1>
        <a:srgbClr val="360056"/>
      </a:accent1>
      <a:accent2>
        <a:srgbClr val="FF8100"/>
      </a:accent2>
      <a:accent3>
        <a:srgbClr val="5201FF"/>
      </a:accent3>
      <a:accent4>
        <a:srgbClr val="D1D090"/>
      </a:accent4>
      <a:accent5>
        <a:srgbClr val="CF4800"/>
      </a:accent5>
      <a:accent6>
        <a:srgbClr val="6F6F6F"/>
      </a:accent6>
      <a:hlink>
        <a:srgbClr val="3963D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l">
          <a:lnSpc>
            <a:spcPct val="110000"/>
          </a:lnSpc>
          <a:spcAft>
            <a:spcPts val="600"/>
          </a:spcAft>
          <a:defRPr sz="1550" dirty="0" err="1" smtClean="0">
            <a:latin typeface="Segoe UI Semilight" panose="020B0402040204020203" pitchFamily="34" charset="0"/>
            <a:cs typeface="Segoe UI Semilight" panose="020B04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-jaug2025" id="{53659A08-169B-8A4F-B728-21ADEB4887AE}" vid="{2CFA4555-AF99-2B46-92D7-16EFAF448E8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ager 4">
    <a:dk1>
      <a:srgbClr val="000000"/>
    </a:dk1>
    <a:lt1>
      <a:srgbClr val="FFFFFF"/>
    </a:lt1>
    <a:dk2>
      <a:srgbClr val="373737"/>
    </a:dk2>
    <a:lt2>
      <a:srgbClr val="F5F5F5"/>
    </a:lt2>
    <a:accent1>
      <a:srgbClr val="360056"/>
    </a:accent1>
    <a:accent2>
      <a:srgbClr val="FF8100"/>
    </a:accent2>
    <a:accent3>
      <a:srgbClr val="5201FF"/>
    </a:accent3>
    <a:accent4>
      <a:srgbClr val="D1D090"/>
    </a:accent4>
    <a:accent5>
      <a:srgbClr val="CF4800"/>
    </a:accent5>
    <a:accent6>
      <a:srgbClr val="6F6F6F"/>
    </a:accent6>
    <a:hlink>
      <a:srgbClr val="3963D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Pager 4">
    <a:dk1>
      <a:srgbClr val="000000"/>
    </a:dk1>
    <a:lt1>
      <a:srgbClr val="FFFFFF"/>
    </a:lt1>
    <a:dk2>
      <a:srgbClr val="373737"/>
    </a:dk2>
    <a:lt2>
      <a:srgbClr val="F5F5F5"/>
    </a:lt2>
    <a:accent1>
      <a:srgbClr val="360056"/>
    </a:accent1>
    <a:accent2>
      <a:srgbClr val="FF8100"/>
    </a:accent2>
    <a:accent3>
      <a:srgbClr val="5201FF"/>
    </a:accent3>
    <a:accent4>
      <a:srgbClr val="D1D090"/>
    </a:accent4>
    <a:accent5>
      <a:srgbClr val="CF4800"/>
    </a:accent5>
    <a:accent6>
      <a:srgbClr val="6F6F6F"/>
    </a:accent6>
    <a:hlink>
      <a:srgbClr val="3963D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Pager 4">
    <a:dk1>
      <a:srgbClr val="000000"/>
    </a:dk1>
    <a:lt1>
      <a:srgbClr val="FFFFFF"/>
    </a:lt1>
    <a:dk2>
      <a:srgbClr val="373737"/>
    </a:dk2>
    <a:lt2>
      <a:srgbClr val="F5F5F5"/>
    </a:lt2>
    <a:accent1>
      <a:srgbClr val="360056"/>
    </a:accent1>
    <a:accent2>
      <a:srgbClr val="FF8100"/>
    </a:accent2>
    <a:accent3>
      <a:srgbClr val="5201FF"/>
    </a:accent3>
    <a:accent4>
      <a:srgbClr val="D1D090"/>
    </a:accent4>
    <a:accent5>
      <a:srgbClr val="CF4800"/>
    </a:accent5>
    <a:accent6>
      <a:srgbClr val="6F6F6F"/>
    </a:accent6>
    <a:hlink>
      <a:srgbClr val="3963D6"/>
    </a:hlink>
    <a:folHlink>
      <a:srgbClr val="96607D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F3C6D35-A3E8-A44B-9535-6136EA69333E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9595</TotalTime>
  <Words>1180</Words>
  <Application>Microsoft Macintosh PowerPoint</Application>
  <PresentationFormat>On-screen Show (16:9)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Aptos</vt:lpstr>
      <vt:lpstr>Arial</vt:lpstr>
      <vt:lpstr>Frank Ruhl Libre</vt:lpstr>
      <vt:lpstr>Frank Ruhl Libre Light</vt:lpstr>
      <vt:lpstr>Frank Ruhl Libre Medium</vt:lpstr>
      <vt:lpstr>Proxima Nova</vt:lpstr>
      <vt:lpstr>Segoe UI</vt:lpstr>
      <vt:lpstr>Segoe UI Semibold</vt:lpstr>
      <vt:lpstr>Segoe UI Semilight</vt:lpstr>
      <vt:lpstr>3_Office Theme</vt:lpstr>
      <vt:lpstr>4_Office Theme</vt:lpstr>
      <vt:lpstr>PowerPoint Presentation</vt:lpstr>
      <vt:lpstr>Close the gaps that drive your Star Rating</vt:lpstr>
      <vt:lpstr>Navigate your costliest members to better outcomes</vt:lpstr>
      <vt:lpstr>One conversation from symptom to scheduled appointment</vt:lpstr>
      <vt:lpstr>Catch readmissions before they happen</vt:lpstr>
      <vt:lpstr>Replace portal-first wellness with outreach-first</vt:lpstr>
      <vt:lpstr>Nurse Triage 2.0 — Agentic Clinical Navigation</vt:lpstr>
      <vt:lpstr>Data dependency map across all use cases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Gordon</cp:lastModifiedBy>
  <cp:revision>10</cp:revision>
  <dcterms:created xsi:type="dcterms:W3CDTF">2026-02-18T15:02:50Z</dcterms:created>
  <dcterms:modified xsi:type="dcterms:W3CDTF">2026-03-28T20:37:39Z</dcterms:modified>
</cp:coreProperties>
</file>